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9" r:id="rId5"/>
    <p:sldId id="266" r:id="rId6"/>
    <p:sldId id="267" r:id="rId7"/>
    <p:sldId id="263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vtH1HsjTqDFHT3w60WzIzpMzG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63"/>
    <a:srgbClr val="1E3160"/>
    <a:srgbClr val="17264B"/>
    <a:srgbClr val="1B2D5B"/>
    <a:srgbClr val="1C3362"/>
    <a:srgbClr val="F4EE00"/>
    <a:srgbClr val="FFFF00"/>
    <a:srgbClr val="112031"/>
    <a:srgbClr val="122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customschemas.google.com/relationships/presentationmetadata" Target="metadata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F03F8B-4139-4DF9-B284-5924AC7A72B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0EF0EAD-8129-4BBF-9FE2-D53A0FE6D0AE}">
      <dgm:prSet phldrT="[Text]" phldr="0" custT="1"/>
      <dgm:spPr/>
      <dgm:t>
        <a:bodyPr/>
        <a:lstStyle/>
        <a:p>
          <a:r>
            <a:rPr lang="en-IN" sz="1200" dirty="0"/>
            <a:t>Design</a:t>
          </a:r>
        </a:p>
      </dgm:t>
    </dgm:pt>
    <dgm:pt modelId="{0CD1BC61-AD25-460A-8E6C-5C53B08C5C27}" type="parTrans" cxnId="{5748CDA9-17EA-4C02-833D-DD49A24C3AED}">
      <dgm:prSet/>
      <dgm:spPr/>
      <dgm:t>
        <a:bodyPr/>
        <a:lstStyle/>
        <a:p>
          <a:endParaRPr lang="en-IN" sz="1200"/>
        </a:p>
      </dgm:t>
    </dgm:pt>
    <dgm:pt modelId="{94AFDEF5-2923-4E8A-B740-8239803A7AEC}" type="sibTrans" cxnId="{5748CDA9-17EA-4C02-833D-DD49A24C3AED}">
      <dgm:prSet custT="1"/>
      <dgm:spPr/>
      <dgm:t>
        <a:bodyPr/>
        <a:lstStyle/>
        <a:p>
          <a:endParaRPr lang="en-IN" sz="1200"/>
        </a:p>
      </dgm:t>
    </dgm:pt>
    <dgm:pt modelId="{72CDE267-D181-4A29-BEE2-7E6E31068065}">
      <dgm:prSet phldrT="[Text]" phldr="0" custT="1"/>
      <dgm:spPr/>
      <dgm:t>
        <a:bodyPr/>
        <a:lstStyle/>
        <a:p>
          <a:r>
            <a:rPr lang="en-IN" sz="1200" dirty="0"/>
            <a:t>Simulate</a:t>
          </a:r>
        </a:p>
      </dgm:t>
    </dgm:pt>
    <dgm:pt modelId="{42566FB2-F511-4FD5-AAC0-8FA052BC071E}" type="parTrans" cxnId="{F4627CE3-B915-4704-8E32-33C9F8520E6B}">
      <dgm:prSet/>
      <dgm:spPr/>
      <dgm:t>
        <a:bodyPr/>
        <a:lstStyle/>
        <a:p>
          <a:endParaRPr lang="en-IN" sz="1200"/>
        </a:p>
      </dgm:t>
    </dgm:pt>
    <dgm:pt modelId="{92BCB576-2A78-4FEF-AEC0-F4AF952F633A}" type="sibTrans" cxnId="{F4627CE3-B915-4704-8E32-33C9F8520E6B}">
      <dgm:prSet custT="1"/>
      <dgm:spPr/>
      <dgm:t>
        <a:bodyPr/>
        <a:lstStyle/>
        <a:p>
          <a:endParaRPr lang="en-IN" sz="1200"/>
        </a:p>
      </dgm:t>
    </dgm:pt>
    <dgm:pt modelId="{24CABB40-1E5C-41FF-BF74-4F7C7411B702}">
      <dgm:prSet phldrT="[Text]" phldr="0" custT="1"/>
      <dgm:spPr/>
      <dgm:t>
        <a:bodyPr/>
        <a:lstStyle/>
        <a:p>
          <a:r>
            <a:rPr lang="en-IN" sz="1200" dirty="0"/>
            <a:t>Fabricate</a:t>
          </a:r>
        </a:p>
      </dgm:t>
    </dgm:pt>
    <dgm:pt modelId="{E4F75CC6-5349-4230-9CE5-C8E64990EAD9}" type="parTrans" cxnId="{0B5BF808-E50A-4896-B279-33CCBA565CE4}">
      <dgm:prSet/>
      <dgm:spPr/>
      <dgm:t>
        <a:bodyPr/>
        <a:lstStyle/>
        <a:p>
          <a:endParaRPr lang="en-IN" sz="1200"/>
        </a:p>
      </dgm:t>
    </dgm:pt>
    <dgm:pt modelId="{8BD1A03C-874D-453A-8643-878A24190B51}" type="sibTrans" cxnId="{0B5BF808-E50A-4896-B279-33CCBA565CE4}">
      <dgm:prSet custT="1"/>
      <dgm:spPr/>
      <dgm:t>
        <a:bodyPr/>
        <a:lstStyle/>
        <a:p>
          <a:endParaRPr lang="en-IN" sz="1200"/>
        </a:p>
      </dgm:t>
    </dgm:pt>
    <dgm:pt modelId="{D82044AF-1772-40D4-9FA2-24161D05B174}">
      <dgm:prSet phldrT="[Text]" phldr="0" custT="1"/>
      <dgm:spPr/>
      <dgm:t>
        <a:bodyPr/>
        <a:lstStyle/>
        <a:p>
          <a:r>
            <a:rPr lang="en-IN" sz="1200" dirty="0"/>
            <a:t>Fly</a:t>
          </a:r>
        </a:p>
      </dgm:t>
    </dgm:pt>
    <dgm:pt modelId="{7FE643B9-C30C-4BF9-8683-90DC8BB70F7D}" type="parTrans" cxnId="{8B77B96F-BC22-4EBA-83EB-628D14775B78}">
      <dgm:prSet/>
      <dgm:spPr/>
      <dgm:t>
        <a:bodyPr/>
        <a:lstStyle/>
        <a:p>
          <a:endParaRPr lang="en-IN" sz="1200"/>
        </a:p>
      </dgm:t>
    </dgm:pt>
    <dgm:pt modelId="{BA2C3786-7566-425D-AF4C-5DD393296519}" type="sibTrans" cxnId="{8B77B96F-BC22-4EBA-83EB-628D14775B78}">
      <dgm:prSet custT="1"/>
      <dgm:spPr/>
      <dgm:t>
        <a:bodyPr/>
        <a:lstStyle/>
        <a:p>
          <a:endParaRPr lang="en-IN" sz="1200"/>
        </a:p>
      </dgm:t>
    </dgm:pt>
    <dgm:pt modelId="{5347927E-9C5C-4C63-BA8B-C92F81E83B4A}">
      <dgm:prSet phldrT="[Text]" phldr="0" custT="1"/>
      <dgm:spPr/>
      <dgm:t>
        <a:bodyPr/>
        <a:lstStyle/>
        <a:p>
          <a:r>
            <a:rPr lang="en-IN" sz="1200" dirty="0"/>
            <a:t>Optimize</a:t>
          </a:r>
        </a:p>
      </dgm:t>
    </dgm:pt>
    <dgm:pt modelId="{BAA180A1-8FE7-421F-8A2A-36809C1B7DBE}" type="parTrans" cxnId="{CAA44144-1951-4BAC-9117-4C0C56778FFC}">
      <dgm:prSet/>
      <dgm:spPr/>
      <dgm:t>
        <a:bodyPr/>
        <a:lstStyle/>
        <a:p>
          <a:endParaRPr lang="en-IN" sz="1200"/>
        </a:p>
      </dgm:t>
    </dgm:pt>
    <dgm:pt modelId="{D68A4DFA-F967-46B6-B459-73CF251E8152}" type="sibTrans" cxnId="{CAA44144-1951-4BAC-9117-4C0C56778FFC}">
      <dgm:prSet custT="1"/>
      <dgm:spPr/>
      <dgm:t>
        <a:bodyPr/>
        <a:lstStyle/>
        <a:p>
          <a:endParaRPr lang="en-IN" sz="1200"/>
        </a:p>
      </dgm:t>
    </dgm:pt>
    <dgm:pt modelId="{1A12EDC9-9689-4C24-A948-2BB7200D7942}" type="pres">
      <dgm:prSet presAssocID="{9FF03F8B-4139-4DF9-B284-5924AC7A72BA}" presName="cycle" presStyleCnt="0">
        <dgm:presLayoutVars>
          <dgm:dir/>
          <dgm:resizeHandles val="exact"/>
        </dgm:presLayoutVars>
      </dgm:prSet>
      <dgm:spPr/>
    </dgm:pt>
    <dgm:pt modelId="{F15A722A-77D6-4550-8709-7ABA83D0E305}" type="pres">
      <dgm:prSet presAssocID="{30EF0EAD-8129-4BBF-9FE2-D53A0FE6D0AE}" presName="node" presStyleLbl="node1" presStyleIdx="0" presStyleCnt="5">
        <dgm:presLayoutVars>
          <dgm:bulletEnabled val="1"/>
        </dgm:presLayoutVars>
      </dgm:prSet>
      <dgm:spPr/>
    </dgm:pt>
    <dgm:pt modelId="{3455BDF8-BDC0-4DC0-8F2D-6AF019270A67}" type="pres">
      <dgm:prSet presAssocID="{94AFDEF5-2923-4E8A-B740-8239803A7AEC}" presName="sibTrans" presStyleLbl="sibTrans2D1" presStyleIdx="0" presStyleCnt="5"/>
      <dgm:spPr/>
    </dgm:pt>
    <dgm:pt modelId="{CFB9ACEE-B1F7-4221-8291-A39A1E27CDF8}" type="pres">
      <dgm:prSet presAssocID="{94AFDEF5-2923-4E8A-B740-8239803A7AEC}" presName="connectorText" presStyleLbl="sibTrans2D1" presStyleIdx="0" presStyleCnt="5"/>
      <dgm:spPr/>
    </dgm:pt>
    <dgm:pt modelId="{9443524D-9FF2-4592-A42B-BB06AF626DA8}" type="pres">
      <dgm:prSet presAssocID="{72CDE267-D181-4A29-BEE2-7E6E31068065}" presName="node" presStyleLbl="node1" presStyleIdx="1" presStyleCnt="5">
        <dgm:presLayoutVars>
          <dgm:bulletEnabled val="1"/>
        </dgm:presLayoutVars>
      </dgm:prSet>
      <dgm:spPr/>
    </dgm:pt>
    <dgm:pt modelId="{0373FA00-8C7C-44AB-9293-D7A9E6F95B71}" type="pres">
      <dgm:prSet presAssocID="{92BCB576-2A78-4FEF-AEC0-F4AF952F633A}" presName="sibTrans" presStyleLbl="sibTrans2D1" presStyleIdx="1" presStyleCnt="5"/>
      <dgm:spPr/>
    </dgm:pt>
    <dgm:pt modelId="{2F998BA7-EE15-408D-9905-47AAE7CCF4E2}" type="pres">
      <dgm:prSet presAssocID="{92BCB576-2A78-4FEF-AEC0-F4AF952F633A}" presName="connectorText" presStyleLbl="sibTrans2D1" presStyleIdx="1" presStyleCnt="5"/>
      <dgm:spPr/>
    </dgm:pt>
    <dgm:pt modelId="{7BAAD14C-80D1-423E-ADE9-698B83AACBB2}" type="pres">
      <dgm:prSet presAssocID="{24CABB40-1E5C-41FF-BF74-4F7C7411B702}" presName="node" presStyleLbl="node1" presStyleIdx="2" presStyleCnt="5">
        <dgm:presLayoutVars>
          <dgm:bulletEnabled val="1"/>
        </dgm:presLayoutVars>
      </dgm:prSet>
      <dgm:spPr/>
    </dgm:pt>
    <dgm:pt modelId="{2D7F0FB3-B4BC-4320-A7B6-FB8913A1E33E}" type="pres">
      <dgm:prSet presAssocID="{8BD1A03C-874D-453A-8643-878A24190B51}" presName="sibTrans" presStyleLbl="sibTrans2D1" presStyleIdx="2" presStyleCnt="5"/>
      <dgm:spPr/>
    </dgm:pt>
    <dgm:pt modelId="{F1D277C5-FD7C-4CF3-B91B-08FA57C42FD2}" type="pres">
      <dgm:prSet presAssocID="{8BD1A03C-874D-453A-8643-878A24190B51}" presName="connectorText" presStyleLbl="sibTrans2D1" presStyleIdx="2" presStyleCnt="5"/>
      <dgm:spPr/>
    </dgm:pt>
    <dgm:pt modelId="{B114179D-BCD8-4909-9AAC-7F6F75DF78BF}" type="pres">
      <dgm:prSet presAssocID="{D82044AF-1772-40D4-9FA2-24161D05B174}" presName="node" presStyleLbl="node1" presStyleIdx="3" presStyleCnt="5">
        <dgm:presLayoutVars>
          <dgm:bulletEnabled val="1"/>
        </dgm:presLayoutVars>
      </dgm:prSet>
      <dgm:spPr/>
    </dgm:pt>
    <dgm:pt modelId="{B92006BD-3492-4F66-A730-A34027832884}" type="pres">
      <dgm:prSet presAssocID="{BA2C3786-7566-425D-AF4C-5DD393296519}" presName="sibTrans" presStyleLbl="sibTrans2D1" presStyleIdx="3" presStyleCnt="5"/>
      <dgm:spPr/>
    </dgm:pt>
    <dgm:pt modelId="{23CF94EF-624A-4C53-B0B9-7BB44015FB3C}" type="pres">
      <dgm:prSet presAssocID="{BA2C3786-7566-425D-AF4C-5DD393296519}" presName="connectorText" presStyleLbl="sibTrans2D1" presStyleIdx="3" presStyleCnt="5"/>
      <dgm:spPr/>
    </dgm:pt>
    <dgm:pt modelId="{CB994F12-995E-4B0E-A465-91313CDFD4CC}" type="pres">
      <dgm:prSet presAssocID="{5347927E-9C5C-4C63-BA8B-C92F81E83B4A}" presName="node" presStyleLbl="node1" presStyleIdx="4" presStyleCnt="5">
        <dgm:presLayoutVars>
          <dgm:bulletEnabled val="1"/>
        </dgm:presLayoutVars>
      </dgm:prSet>
      <dgm:spPr/>
    </dgm:pt>
    <dgm:pt modelId="{721E4572-FD8E-45D1-BE98-278B6C549452}" type="pres">
      <dgm:prSet presAssocID="{D68A4DFA-F967-46B6-B459-73CF251E8152}" presName="sibTrans" presStyleLbl="sibTrans2D1" presStyleIdx="4" presStyleCnt="5"/>
      <dgm:spPr/>
    </dgm:pt>
    <dgm:pt modelId="{C002F9A7-3C0E-4C8D-9883-ADA2AE23ED25}" type="pres">
      <dgm:prSet presAssocID="{D68A4DFA-F967-46B6-B459-73CF251E8152}" presName="connectorText" presStyleLbl="sibTrans2D1" presStyleIdx="4" presStyleCnt="5"/>
      <dgm:spPr/>
    </dgm:pt>
  </dgm:ptLst>
  <dgm:cxnLst>
    <dgm:cxn modelId="{FBD33B03-56CA-4381-94DD-678CEDE009F4}" type="presOf" srcId="{5347927E-9C5C-4C63-BA8B-C92F81E83B4A}" destId="{CB994F12-995E-4B0E-A465-91313CDFD4CC}" srcOrd="0" destOrd="0" presId="urn:microsoft.com/office/officeart/2005/8/layout/cycle2"/>
    <dgm:cxn modelId="{0B5BF808-E50A-4896-B279-33CCBA565CE4}" srcId="{9FF03F8B-4139-4DF9-B284-5924AC7A72BA}" destId="{24CABB40-1E5C-41FF-BF74-4F7C7411B702}" srcOrd="2" destOrd="0" parTransId="{E4F75CC6-5349-4230-9CE5-C8E64990EAD9}" sibTransId="{8BD1A03C-874D-453A-8643-878A24190B51}"/>
    <dgm:cxn modelId="{4E627B32-DE2F-424D-A20C-24C11BA239E5}" type="presOf" srcId="{94AFDEF5-2923-4E8A-B740-8239803A7AEC}" destId="{CFB9ACEE-B1F7-4221-8291-A39A1E27CDF8}" srcOrd="1" destOrd="0" presId="urn:microsoft.com/office/officeart/2005/8/layout/cycle2"/>
    <dgm:cxn modelId="{1788F133-E025-48F3-9ABA-14207B36E93F}" type="presOf" srcId="{8BD1A03C-874D-453A-8643-878A24190B51}" destId="{F1D277C5-FD7C-4CF3-B91B-08FA57C42FD2}" srcOrd="1" destOrd="0" presId="urn:microsoft.com/office/officeart/2005/8/layout/cycle2"/>
    <dgm:cxn modelId="{F567B33B-1E73-4E48-8F76-EC1D86DC1F0F}" type="presOf" srcId="{D68A4DFA-F967-46B6-B459-73CF251E8152}" destId="{C002F9A7-3C0E-4C8D-9883-ADA2AE23ED25}" srcOrd="1" destOrd="0" presId="urn:microsoft.com/office/officeart/2005/8/layout/cycle2"/>
    <dgm:cxn modelId="{CAA44144-1951-4BAC-9117-4C0C56778FFC}" srcId="{9FF03F8B-4139-4DF9-B284-5924AC7A72BA}" destId="{5347927E-9C5C-4C63-BA8B-C92F81E83B4A}" srcOrd="4" destOrd="0" parTransId="{BAA180A1-8FE7-421F-8A2A-36809C1B7DBE}" sibTransId="{D68A4DFA-F967-46B6-B459-73CF251E8152}"/>
    <dgm:cxn modelId="{2D4CE26D-DAAA-464A-985B-153298C5E4F6}" type="presOf" srcId="{30EF0EAD-8129-4BBF-9FE2-D53A0FE6D0AE}" destId="{F15A722A-77D6-4550-8709-7ABA83D0E305}" srcOrd="0" destOrd="0" presId="urn:microsoft.com/office/officeart/2005/8/layout/cycle2"/>
    <dgm:cxn modelId="{8B77B96F-BC22-4EBA-83EB-628D14775B78}" srcId="{9FF03F8B-4139-4DF9-B284-5924AC7A72BA}" destId="{D82044AF-1772-40D4-9FA2-24161D05B174}" srcOrd="3" destOrd="0" parTransId="{7FE643B9-C30C-4BF9-8683-90DC8BB70F7D}" sibTransId="{BA2C3786-7566-425D-AF4C-5DD393296519}"/>
    <dgm:cxn modelId="{716D4050-BAFF-4BEA-89AC-8D995EBE204D}" type="presOf" srcId="{9FF03F8B-4139-4DF9-B284-5924AC7A72BA}" destId="{1A12EDC9-9689-4C24-A948-2BB7200D7942}" srcOrd="0" destOrd="0" presId="urn:microsoft.com/office/officeart/2005/8/layout/cycle2"/>
    <dgm:cxn modelId="{8EA5F770-323B-46DF-8448-554AF1D19822}" type="presOf" srcId="{94AFDEF5-2923-4E8A-B740-8239803A7AEC}" destId="{3455BDF8-BDC0-4DC0-8F2D-6AF019270A67}" srcOrd="0" destOrd="0" presId="urn:microsoft.com/office/officeart/2005/8/layout/cycle2"/>
    <dgm:cxn modelId="{5297E67C-550C-451D-B08D-6142D4575C3E}" type="presOf" srcId="{D82044AF-1772-40D4-9FA2-24161D05B174}" destId="{B114179D-BCD8-4909-9AAC-7F6F75DF78BF}" srcOrd="0" destOrd="0" presId="urn:microsoft.com/office/officeart/2005/8/layout/cycle2"/>
    <dgm:cxn modelId="{E5114990-B016-46E6-96E7-F7A6EF74B275}" type="presOf" srcId="{24CABB40-1E5C-41FF-BF74-4F7C7411B702}" destId="{7BAAD14C-80D1-423E-ADE9-698B83AACBB2}" srcOrd="0" destOrd="0" presId="urn:microsoft.com/office/officeart/2005/8/layout/cycle2"/>
    <dgm:cxn modelId="{EE07C99C-071B-4EC6-AFA3-E79A081C4259}" type="presOf" srcId="{92BCB576-2A78-4FEF-AEC0-F4AF952F633A}" destId="{0373FA00-8C7C-44AB-9293-D7A9E6F95B71}" srcOrd="0" destOrd="0" presId="urn:microsoft.com/office/officeart/2005/8/layout/cycle2"/>
    <dgm:cxn modelId="{5748CDA9-17EA-4C02-833D-DD49A24C3AED}" srcId="{9FF03F8B-4139-4DF9-B284-5924AC7A72BA}" destId="{30EF0EAD-8129-4BBF-9FE2-D53A0FE6D0AE}" srcOrd="0" destOrd="0" parTransId="{0CD1BC61-AD25-460A-8E6C-5C53B08C5C27}" sibTransId="{94AFDEF5-2923-4E8A-B740-8239803A7AEC}"/>
    <dgm:cxn modelId="{A6D701B7-F8C0-462B-800E-C5179905FF97}" type="presOf" srcId="{72CDE267-D181-4A29-BEE2-7E6E31068065}" destId="{9443524D-9FF2-4592-A42B-BB06AF626DA8}" srcOrd="0" destOrd="0" presId="urn:microsoft.com/office/officeart/2005/8/layout/cycle2"/>
    <dgm:cxn modelId="{5D9DA6CB-F5DD-47C0-B123-AFC26AE5D8F7}" type="presOf" srcId="{BA2C3786-7566-425D-AF4C-5DD393296519}" destId="{23CF94EF-624A-4C53-B0B9-7BB44015FB3C}" srcOrd="1" destOrd="0" presId="urn:microsoft.com/office/officeart/2005/8/layout/cycle2"/>
    <dgm:cxn modelId="{F4627CE3-B915-4704-8E32-33C9F8520E6B}" srcId="{9FF03F8B-4139-4DF9-B284-5924AC7A72BA}" destId="{72CDE267-D181-4A29-BEE2-7E6E31068065}" srcOrd="1" destOrd="0" parTransId="{42566FB2-F511-4FD5-AAC0-8FA052BC071E}" sibTransId="{92BCB576-2A78-4FEF-AEC0-F4AF952F633A}"/>
    <dgm:cxn modelId="{C561CDE4-A273-4B1E-A791-086A0B9389F1}" type="presOf" srcId="{92BCB576-2A78-4FEF-AEC0-F4AF952F633A}" destId="{2F998BA7-EE15-408D-9905-47AAE7CCF4E2}" srcOrd="1" destOrd="0" presId="urn:microsoft.com/office/officeart/2005/8/layout/cycle2"/>
    <dgm:cxn modelId="{CCE25DEB-DBFD-44F8-9959-A41BDCC0DC3E}" type="presOf" srcId="{8BD1A03C-874D-453A-8643-878A24190B51}" destId="{2D7F0FB3-B4BC-4320-A7B6-FB8913A1E33E}" srcOrd="0" destOrd="0" presId="urn:microsoft.com/office/officeart/2005/8/layout/cycle2"/>
    <dgm:cxn modelId="{F2626BED-D415-49F9-8187-E48F7DB9558F}" type="presOf" srcId="{D68A4DFA-F967-46B6-B459-73CF251E8152}" destId="{721E4572-FD8E-45D1-BE98-278B6C549452}" srcOrd="0" destOrd="0" presId="urn:microsoft.com/office/officeart/2005/8/layout/cycle2"/>
    <dgm:cxn modelId="{96A11DFC-85A9-49EF-8D02-E930C6945321}" type="presOf" srcId="{BA2C3786-7566-425D-AF4C-5DD393296519}" destId="{B92006BD-3492-4F66-A730-A34027832884}" srcOrd="0" destOrd="0" presId="urn:microsoft.com/office/officeart/2005/8/layout/cycle2"/>
    <dgm:cxn modelId="{976B3EBC-373B-4254-95CB-F98F8BB9A34B}" type="presParOf" srcId="{1A12EDC9-9689-4C24-A948-2BB7200D7942}" destId="{F15A722A-77D6-4550-8709-7ABA83D0E305}" srcOrd="0" destOrd="0" presId="urn:microsoft.com/office/officeart/2005/8/layout/cycle2"/>
    <dgm:cxn modelId="{39E0F37D-9B37-45B2-82E0-F4DC1B1E17CA}" type="presParOf" srcId="{1A12EDC9-9689-4C24-A948-2BB7200D7942}" destId="{3455BDF8-BDC0-4DC0-8F2D-6AF019270A67}" srcOrd="1" destOrd="0" presId="urn:microsoft.com/office/officeart/2005/8/layout/cycle2"/>
    <dgm:cxn modelId="{47C08EB9-8611-45E3-B8DC-2DFE0C68DCF7}" type="presParOf" srcId="{3455BDF8-BDC0-4DC0-8F2D-6AF019270A67}" destId="{CFB9ACEE-B1F7-4221-8291-A39A1E27CDF8}" srcOrd="0" destOrd="0" presId="urn:microsoft.com/office/officeart/2005/8/layout/cycle2"/>
    <dgm:cxn modelId="{F372A17C-E9AB-4E2A-BD36-7848F4D42FC3}" type="presParOf" srcId="{1A12EDC9-9689-4C24-A948-2BB7200D7942}" destId="{9443524D-9FF2-4592-A42B-BB06AF626DA8}" srcOrd="2" destOrd="0" presId="urn:microsoft.com/office/officeart/2005/8/layout/cycle2"/>
    <dgm:cxn modelId="{BC613192-1EBC-4A40-8D6F-229BF4DCAF74}" type="presParOf" srcId="{1A12EDC9-9689-4C24-A948-2BB7200D7942}" destId="{0373FA00-8C7C-44AB-9293-D7A9E6F95B71}" srcOrd="3" destOrd="0" presId="urn:microsoft.com/office/officeart/2005/8/layout/cycle2"/>
    <dgm:cxn modelId="{1236F6A4-98E5-4896-A770-7195313CB1B0}" type="presParOf" srcId="{0373FA00-8C7C-44AB-9293-D7A9E6F95B71}" destId="{2F998BA7-EE15-408D-9905-47AAE7CCF4E2}" srcOrd="0" destOrd="0" presId="urn:microsoft.com/office/officeart/2005/8/layout/cycle2"/>
    <dgm:cxn modelId="{FBE1F17D-0F0A-4ACF-9D72-3BB30047BB29}" type="presParOf" srcId="{1A12EDC9-9689-4C24-A948-2BB7200D7942}" destId="{7BAAD14C-80D1-423E-ADE9-698B83AACBB2}" srcOrd="4" destOrd="0" presId="urn:microsoft.com/office/officeart/2005/8/layout/cycle2"/>
    <dgm:cxn modelId="{7A145FA4-1037-4AB2-A32B-549F179519B8}" type="presParOf" srcId="{1A12EDC9-9689-4C24-A948-2BB7200D7942}" destId="{2D7F0FB3-B4BC-4320-A7B6-FB8913A1E33E}" srcOrd="5" destOrd="0" presId="urn:microsoft.com/office/officeart/2005/8/layout/cycle2"/>
    <dgm:cxn modelId="{16C17370-BA69-4E09-944A-B7FF2AA9BDA2}" type="presParOf" srcId="{2D7F0FB3-B4BC-4320-A7B6-FB8913A1E33E}" destId="{F1D277C5-FD7C-4CF3-B91B-08FA57C42FD2}" srcOrd="0" destOrd="0" presId="urn:microsoft.com/office/officeart/2005/8/layout/cycle2"/>
    <dgm:cxn modelId="{4463E995-0A1F-49B8-B9CA-D467FC226185}" type="presParOf" srcId="{1A12EDC9-9689-4C24-A948-2BB7200D7942}" destId="{B114179D-BCD8-4909-9AAC-7F6F75DF78BF}" srcOrd="6" destOrd="0" presId="urn:microsoft.com/office/officeart/2005/8/layout/cycle2"/>
    <dgm:cxn modelId="{5ADAFA9E-5D1B-4092-B7D7-B58B5092CCE8}" type="presParOf" srcId="{1A12EDC9-9689-4C24-A948-2BB7200D7942}" destId="{B92006BD-3492-4F66-A730-A34027832884}" srcOrd="7" destOrd="0" presId="urn:microsoft.com/office/officeart/2005/8/layout/cycle2"/>
    <dgm:cxn modelId="{8BF01121-53C8-4CD6-BB9C-7EA0CF940CF7}" type="presParOf" srcId="{B92006BD-3492-4F66-A730-A34027832884}" destId="{23CF94EF-624A-4C53-B0B9-7BB44015FB3C}" srcOrd="0" destOrd="0" presId="urn:microsoft.com/office/officeart/2005/8/layout/cycle2"/>
    <dgm:cxn modelId="{62BAA070-115C-4B90-8198-D2DA05BE1F33}" type="presParOf" srcId="{1A12EDC9-9689-4C24-A948-2BB7200D7942}" destId="{CB994F12-995E-4B0E-A465-91313CDFD4CC}" srcOrd="8" destOrd="0" presId="urn:microsoft.com/office/officeart/2005/8/layout/cycle2"/>
    <dgm:cxn modelId="{DAB61083-1890-444C-9B11-2DD4C1F2BD0C}" type="presParOf" srcId="{1A12EDC9-9689-4C24-A948-2BB7200D7942}" destId="{721E4572-FD8E-45D1-BE98-278B6C549452}" srcOrd="9" destOrd="0" presId="urn:microsoft.com/office/officeart/2005/8/layout/cycle2"/>
    <dgm:cxn modelId="{C7FA68BD-220F-4B04-B21B-009539B2E06C}" type="presParOf" srcId="{721E4572-FD8E-45D1-BE98-278B6C549452}" destId="{C002F9A7-3C0E-4C8D-9883-ADA2AE23ED2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5A722A-77D6-4550-8709-7ABA83D0E305}">
      <dsp:nvSpPr>
        <dsp:cNvPr id="0" name=""/>
        <dsp:cNvSpPr/>
      </dsp:nvSpPr>
      <dsp:spPr>
        <a:xfrm>
          <a:off x="1475161" y="1293"/>
          <a:ext cx="969405" cy="969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Design</a:t>
          </a:r>
        </a:p>
      </dsp:txBody>
      <dsp:txXfrm>
        <a:off x="1617127" y="143259"/>
        <a:ext cx="685473" cy="685473"/>
      </dsp:txXfrm>
    </dsp:sp>
    <dsp:sp modelId="{3455BDF8-BDC0-4DC0-8F2D-6AF019270A67}">
      <dsp:nvSpPr>
        <dsp:cNvPr id="0" name=""/>
        <dsp:cNvSpPr/>
      </dsp:nvSpPr>
      <dsp:spPr>
        <a:xfrm rot="2160000">
          <a:off x="2413902" y="745862"/>
          <a:ext cx="257590" cy="327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421281" y="788586"/>
        <a:ext cx="180313" cy="196304"/>
      </dsp:txXfrm>
    </dsp:sp>
    <dsp:sp modelId="{9443524D-9FF2-4592-A42B-BB06AF626DA8}">
      <dsp:nvSpPr>
        <dsp:cNvPr id="0" name=""/>
        <dsp:cNvSpPr/>
      </dsp:nvSpPr>
      <dsp:spPr>
        <a:xfrm>
          <a:off x="2652624" y="856770"/>
          <a:ext cx="969405" cy="969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Simulate</a:t>
          </a:r>
        </a:p>
      </dsp:txBody>
      <dsp:txXfrm>
        <a:off x="2794590" y="998736"/>
        <a:ext cx="685473" cy="685473"/>
      </dsp:txXfrm>
    </dsp:sp>
    <dsp:sp modelId="{0373FA00-8C7C-44AB-9293-D7A9E6F95B71}">
      <dsp:nvSpPr>
        <dsp:cNvPr id="0" name=""/>
        <dsp:cNvSpPr/>
      </dsp:nvSpPr>
      <dsp:spPr>
        <a:xfrm rot="6480000">
          <a:off x="2785909" y="1863047"/>
          <a:ext cx="257590" cy="327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2836487" y="1891735"/>
        <a:ext cx="180313" cy="196304"/>
      </dsp:txXfrm>
    </dsp:sp>
    <dsp:sp modelId="{7BAAD14C-80D1-423E-ADE9-698B83AACBB2}">
      <dsp:nvSpPr>
        <dsp:cNvPr id="0" name=""/>
        <dsp:cNvSpPr/>
      </dsp:nvSpPr>
      <dsp:spPr>
        <a:xfrm>
          <a:off x="2202873" y="2240961"/>
          <a:ext cx="969405" cy="969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Fabricate</a:t>
          </a:r>
        </a:p>
      </dsp:txBody>
      <dsp:txXfrm>
        <a:off x="2344839" y="2382927"/>
        <a:ext cx="685473" cy="685473"/>
      </dsp:txXfrm>
    </dsp:sp>
    <dsp:sp modelId="{2D7F0FB3-B4BC-4320-A7B6-FB8913A1E33E}">
      <dsp:nvSpPr>
        <dsp:cNvPr id="0" name=""/>
        <dsp:cNvSpPr/>
      </dsp:nvSpPr>
      <dsp:spPr>
        <a:xfrm rot="10800000">
          <a:off x="1838359" y="2562077"/>
          <a:ext cx="257590" cy="327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1915636" y="2627512"/>
        <a:ext cx="180313" cy="196304"/>
      </dsp:txXfrm>
    </dsp:sp>
    <dsp:sp modelId="{B114179D-BCD8-4909-9AAC-7F6F75DF78BF}">
      <dsp:nvSpPr>
        <dsp:cNvPr id="0" name=""/>
        <dsp:cNvSpPr/>
      </dsp:nvSpPr>
      <dsp:spPr>
        <a:xfrm>
          <a:off x="747448" y="2240961"/>
          <a:ext cx="969405" cy="969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Fly</a:t>
          </a:r>
        </a:p>
      </dsp:txBody>
      <dsp:txXfrm>
        <a:off x="889414" y="2382927"/>
        <a:ext cx="685473" cy="685473"/>
      </dsp:txXfrm>
    </dsp:sp>
    <dsp:sp modelId="{B92006BD-3492-4F66-A730-A34027832884}">
      <dsp:nvSpPr>
        <dsp:cNvPr id="0" name=""/>
        <dsp:cNvSpPr/>
      </dsp:nvSpPr>
      <dsp:spPr>
        <a:xfrm rot="15120000">
          <a:off x="880733" y="1876914"/>
          <a:ext cx="257590" cy="327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931311" y="1979096"/>
        <a:ext cx="180313" cy="196304"/>
      </dsp:txXfrm>
    </dsp:sp>
    <dsp:sp modelId="{CB994F12-995E-4B0E-A465-91313CDFD4CC}">
      <dsp:nvSpPr>
        <dsp:cNvPr id="0" name=""/>
        <dsp:cNvSpPr/>
      </dsp:nvSpPr>
      <dsp:spPr>
        <a:xfrm>
          <a:off x="297697" y="856770"/>
          <a:ext cx="969405" cy="969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Optimize</a:t>
          </a:r>
        </a:p>
      </dsp:txBody>
      <dsp:txXfrm>
        <a:off x="439663" y="998736"/>
        <a:ext cx="685473" cy="685473"/>
      </dsp:txXfrm>
    </dsp:sp>
    <dsp:sp modelId="{721E4572-FD8E-45D1-BE98-278B6C549452}">
      <dsp:nvSpPr>
        <dsp:cNvPr id="0" name=""/>
        <dsp:cNvSpPr/>
      </dsp:nvSpPr>
      <dsp:spPr>
        <a:xfrm rot="19440000">
          <a:off x="1236439" y="754432"/>
          <a:ext cx="257590" cy="3271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243818" y="842578"/>
        <a:ext cx="180313" cy="196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A69B360-8FC1-E6C7-C9F6-45A0E7B9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715CB4C2-4377-6BFE-9F8D-3C47A3453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4:notes">
            <a:extLst>
              <a:ext uri="{FF2B5EF4-FFF2-40B4-BE49-F238E27FC236}">
                <a16:creationId xmlns:a16="http://schemas.microsoft.com/office/drawing/2014/main" id="{1BABF41F-EF52-29CA-BCF8-CCFF6155A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:notes">
            <a:extLst>
              <a:ext uri="{FF2B5EF4-FFF2-40B4-BE49-F238E27FC236}">
                <a16:creationId xmlns:a16="http://schemas.microsoft.com/office/drawing/2014/main" id="{58E4BFD3-C160-3F76-D3D8-14DEDDCC24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224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0BD6379-0115-D2E9-803E-22D21C9C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>
            <a:extLst>
              <a:ext uri="{FF2B5EF4-FFF2-40B4-BE49-F238E27FC236}">
                <a16:creationId xmlns:a16="http://schemas.microsoft.com/office/drawing/2014/main" id="{A3BDB262-057F-24D0-4052-78E264D3A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4:notes">
            <a:extLst>
              <a:ext uri="{FF2B5EF4-FFF2-40B4-BE49-F238E27FC236}">
                <a16:creationId xmlns:a16="http://schemas.microsoft.com/office/drawing/2014/main" id="{FE16B983-F69A-0119-E66A-BCB732C7B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:notes">
            <a:extLst>
              <a:ext uri="{FF2B5EF4-FFF2-40B4-BE49-F238E27FC236}">
                <a16:creationId xmlns:a16="http://schemas.microsoft.com/office/drawing/2014/main" id="{E9043D18-694E-733D-971D-0A2440DE04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3608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C6F-8FFF-7957-D775-CE037F190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A61F2-B19B-2249-FE4B-7D251E6A4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6D2A0-2A89-58EB-04BC-8EEC6554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B2D4B-87AF-3C0B-B2A3-B98BE399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25A1D-7629-E076-CF54-835AF351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59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9477-06E3-27BF-5265-2E723BF2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0BF73-DF57-7D29-EC21-570E88CFA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FFA08-617F-FC4B-A0B4-57743B34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D6D79-FF85-AA0C-F9D7-7544709C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FB7A-6498-8DC1-0FE1-179DCEB2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46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A56F-673E-97DC-FFCF-3C8F22172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74F51-0D0F-C06C-B77E-1CE0AE51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1F5F5-0F1B-91E6-7343-5E6D9AE4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90C4-ECBA-D88C-7D28-D8EDE15B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D84CD-26BF-309D-CCB7-973ABD5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7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94F3-993C-3D50-71D4-81028FED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96B4-3E78-CD38-70F6-7A2140807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47A44-128F-5690-8F63-D7AD3282A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D674B-1B4F-6622-BEE5-3C45F6C2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FF3C3-4451-ACA7-955D-7D108FF5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EFB9-6E60-602C-1B4B-1DC96B46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69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B0C6-C735-EFD4-3E3B-DACC3989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CDDFB-4B6D-7D79-22C6-74382FE49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221A0-F476-A521-01C7-1E6E24E55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CEC4D-A8ED-B506-474C-8B39B305A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1CDB4-B23A-E7C7-BEBA-CA21FF805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BA8FA7-8F97-46C6-55B2-34C43BB07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C5EC7-55AA-AC58-9F8D-8DC4DEB9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2BE908-73A7-C998-DC11-F809B563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88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3530-D8A9-6BE6-455B-CE2D60CD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B3B37-C058-8672-3670-C108A98E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365F7-D935-B669-9466-BF4EE11B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48DC5-C63C-B056-3F4F-D6B56170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08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AF36B-88F3-94C3-7767-FCA62ABF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AF102-8011-AAEE-4561-B5DEB2C8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ABA17-F4D4-30D4-1845-50028522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9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ECF1-E1BD-C799-4B7F-0A7B7CC6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3C06-7D27-6869-BB88-9DD2F904C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B5AB5-8D29-CA10-48BC-DACF02616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1523F-B91A-8154-25A0-C79BE6FC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6F4E4-115B-C5DD-5633-4E0B9C9B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13A77-640F-267E-5151-D8994AF9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9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B206-907E-9696-652E-ACA90C7F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3316A-ED26-10C6-6A71-CCBD7B168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B168-8A61-16D8-D6D9-CEF9226B6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218D6-38BE-1E7B-26A2-1F0DFE98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93F6E-3FA9-8138-D0F2-7F7316CF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EC9B7-3423-9EB1-303E-0DDA1CFB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75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7970-8757-AD05-0CBA-D2B859E3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3FF29-9A1D-0958-7E8A-1E4D1C8C7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23F9E-78B3-C10D-F91F-BFE6ABE8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088FD-48C9-F271-D891-912DC9AB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B4FD5-5E8C-F92C-221A-6E6994C5C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62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C1982-5852-5474-B793-16616DAFA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13009-849C-A485-5A74-FE5357659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0932-69C2-83EC-17FC-527D8B6F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BF00-27A3-A6FE-C344-44E5FD068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B3A7-A29E-D4BA-D366-C07FF283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86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F6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A9A059-D326-A590-DCA9-E0504BC04E8E}"/>
              </a:ext>
            </a:extLst>
          </p:cNvPr>
          <p:cNvSpPr/>
          <p:nvPr userDrawn="1"/>
        </p:nvSpPr>
        <p:spPr>
          <a:xfrm>
            <a:off x="8701314" y="0"/>
            <a:ext cx="442686" cy="5143500"/>
          </a:xfrm>
          <a:prstGeom prst="rect">
            <a:avLst/>
          </a:prstGeom>
          <a:solidFill>
            <a:srgbClr val="F4E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E9101-71AE-829F-1123-B4FF9A8AF7E9}"/>
              </a:ext>
            </a:extLst>
          </p:cNvPr>
          <p:cNvSpPr txBox="1"/>
          <p:nvPr userDrawn="1"/>
        </p:nvSpPr>
        <p:spPr>
          <a:xfrm>
            <a:off x="2402115" y="4897279"/>
            <a:ext cx="4165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Ariel – Surface – Underwater – X Rocketry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B3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3591F-D90F-5424-71A2-6AF58824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F1F6B-4B8C-61AE-2898-2B2404813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22B46-E200-E99B-6ECC-2DC009A4D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7CE48-7F55-4DA9-ABEB-20DCBB01E987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77EE6-CFB4-8F59-597B-9F1F2D06C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F97C1-CBA3-1B28-B194-FF800DAF5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FC57-B7CE-4371-9D69-AB3BD3CF79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55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rahulroy.blogspot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@RahulRoy-ds7qt" TargetMode="External"/><Relationship Id="rId4" Type="http://schemas.openxmlformats.org/officeDocument/2006/relationships/hyperlink" Target="https://www.youtube.com/watch?v=pVT5TLOxDik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114800" y="420624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34C8B4-492D-67EA-9021-3AAA169D0533}"/>
              </a:ext>
            </a:extLst>
          </p:cNvPr>
          <p:cNvGrpSpPr/>
          <p:nvPr/>
        </p:nvGrpSpPr>
        <p:grpSpPr>
          <a:xfrm>
            <a:off x="3934063" y="48515"/>
            <a:ext cx="5152930" cy="489204"/>
            <a:chOff x="3991070" y="0"/>
            <a:chExt cx="5152930" cy="489204"/>
          </a:xfrm>
        </p:grpSpPr>
        <p:sp>
          <p:nvSpPr>
            <p:cNvPr id="12" name="Google Shape;12;p1"/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3;p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7A8A"/>
              </a:buClr>
              <a:buSzPts val="700"/>
              <a:buFont typeface="Calibri"/>
              <a:buNone/>
            </a:pP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46304" y="1865376"/>
            <a:ext cx="51206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FFFFFF"/>
              </a:buClr>
              <a:buSzPts val="3800"/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build something</a:t>
            </a:r>
          </a:p>
          <a:p>
            <a:pPr lvl="0">
              <a:buClr>
                <a:srgbClr val="FFFFFF"/>
              </a:buClr>
              <a:buSzPts val="3800"/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extraordinary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153297" y="537719"/>
            <a:ext cx="3566160" cy="4274007"/>
          </a:xfrm>
          <a:prstGeom prst="rect">
            <a:avLst/>
          </a:prstGeom>
          <a:solidFill>
            <a:srgbClr val="112031"/>
          </a:solidFill>
          <a:ln w="12700" cap="flat" cmpd="sng">
            <a:solidFill>
              <a:srgbClr val="12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687568" y="3383280"/>
            <a:ext cx="1554480" cy="329184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687568" y="3383280"/>
            <a:ext cx="54864" cy="32918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779008" y="3383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Aerial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379208" y="3383280"/>
            <a:ext cx="1554480" cy="329184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379208" y="3383280"/>
            <a:ext cx="54864" cy="32918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470648" y="3383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687568" y="3858768"/>
            <a:ext cx="1554480" cy="329184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687568" y="3858768"/>
            <a:ext cx="54864" cy="32918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779008" y="38587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Underwater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379208" y="3858768"/>
            <a:ext cx="1554480" cy="329184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379208" y="3858768"/>
            <a:ext cx="54864" cy="32918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470648" y="38587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X-Rocketry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5216652" y="685801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lang="en-US" sz="2400" b="1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 b="1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0+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5161788" y="1134369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750"/>
              <a:buFont typeface="Calibri"/>
              <a:buNone/>
            </a:pPr>
            <a:r>
              <a:rPr lang="en-US" sz="750" b="0" i="0" u="none" strike="noStrike" cap="none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Platforms built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355080" y="651289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309360" y="112212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750"/>
              <a:buFont typeface="Calibri"/>
              <a:buNone/>
            </a:pPr>
            <a:r>
              <a:rPr lang="en-US" sz="750" b="0" i="0" u="none" strike="noStrike" cap="none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Kits or clones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7543800" y="651289"/>
            <a:ext cx="1051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~3wk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594899" y="1134369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750"/>
              <a:buFont typeface="Calibri"/>
              <a:buNone/>
            </a:pPr>
            <a:r>
              <a:rPr lang="en-US" sz="750" b="0" i="0" u="none" strike="noStrike" cap="none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Brief to flight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1"/>
          <p:cNvCxnSpPr/>
          <p:nvPr/>
        </p:nvCxnSpPr>
        <p:spPr>
          <a:xfrm>
            <a:off x="5577840" y="1463040"/>
            <a:ext cx="3566160" cy="0"/>
          </a:xfrm>
          <a:prstGeom prst="straightConnector1">
            <a:avLst/>
          </a:prstGeom>
          <a:noFill/>
          <a:ln w="9525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49;p1"/>
          <p:cNvCxnSpPr/>
          <p:nvPr/>
        </p:nvCxnSpPr>
        <p:spPr>
          <a:xfrm>
            <a:off x="5577840" y="1938528"/>
            <a:ext cx="3566160" cy="0"/>
          </a:xfrm>
          <a:prstGeom prst="straightConnector1">
            <a:avLst/>
          </a:prstGeom>
          <a:noFill/>
          <a:ln w="9525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0;p1"/>
          <p:cNvCxnSpPr/>
          <p:nvPr/>
        </p:nvCxnSpPr>
        <p:spPr>
          <a:xfrm>
            <a:off x="5577840" y="2414016"/>
            <a:ext cx="3566160" cy="0"/>
          </a:xfrm>
          <a:prstGeom prst="straightConnector1">
            <a:avLst/>
          </a:prstGeom>
          <a:noFill/>
          <a:ln w="9525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1"/>
          <p:cNvCxnSpPr/>
          <p:nvPr/>
        </p:nvCxnSpPr>
        <p:spPr>
          <a:xfrm>
            <a:off x="5577840" y="2889504"/>
            <a:ext cx="3566160" cy="0"/>
          </a:xfrm>
          <a:prstGeom prst="straightConnector1">
            <a:avLst/>
          </a:prstGeom>
          <a:noFill/>
          <a:ln w="9525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09A3BE84-B6BA-0B8C-86D7-1FBA305E5F43}"/>
              </a:ext>
            </a:extLst>
          </p:cNvPr>
          <p:cNvSpPr/>
          <p:nvPr/>
        </p:nvSpPr>
        <p:spPr>
          <a:xfrm>
            <a:off x="4065866" y="465965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63EBB-071F-9CC3-D583-271887218238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2"/>
          <p:cNvGrpSpPr/>
          <p:nvPr/>
        </p:nvGrpSpPr>
        <p:grpSpPr>
          <a:xfrm>
            <a:off x="471201" y="708046"/>
            <a:ext cx="8458200" cy="3840480"/>
            <a:chOff x="228600" y="621792"/>
            <a:chExt cx="8458200" cy="3840480"/>
          </a:xfrm>
        </p:grpSpPr>
        <p:sp>
          <p:nvSpPr>
            <p:cNvPr id="71" name="Google Shape;71;p2"/>
            <p:cNvSpPr/>
            <p:nvPr/>
          </p:nvSpPr>
          <p:spPr>
            <a:xfrm>
              <a:off x="274320" y="621792"/>
              <a:ext cx="1828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800"/>
                <a:buFont typeface="Calibri"/>
                <a:buNone/>
              </a:pPr>
              <a:r>
                <a:rPr lang="en-US" sz="800" b="1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/ ABOUT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28600" y="1088136"/>
              <a:ext cx="4114800" cy="420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Calibri"/>
                <a:buNone/>
              </a:pPr>
              <a:r>
                <a:rPr lang="en-US" sz="32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Things done properly.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74320" y="2231136"/>
              <a:ext cx="4114800" cy="658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1200"/>
                <a:buFont typeface="Calibri"/>
                <a:buNone/>
              </a:pPr>
              <a:r>
                <a:rPr lang="en-US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We are an unmanned vehicle company where Passion complements deep tech expertise and experience.</a:t>
              </a: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120640" y="965920"/>
              <a:ext cx="3566160" cy="489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1100"/>
                <a:buFont typeface="Calibri"/>
                <a:buNone/>
              </a:pP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120640" y="2046885"/>
              <a:ext cx="3566160" cy="489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1100"/>
                <a:buFont typeface="Calibri"/>
                <a:buNone/>
              </a:pPr>
              <a:endParaRPr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291840" y="3840480"/>
              <a:ext cx="8229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Calibri"/>
                <a:buNone/>
              </a:pPr>
              <a:r>
                <a:rPr lang="en-US" sz="1000" b="1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Fly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E8D677E-383B-5DBD-EBC9-104147A981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049957"/>
              </p:ext>
            </p:extLst>
          </p:nvPr>
        </p:nvGraphicFramePr>
        <p:xfrm>
          <a:off x="4572000" y="965920"/>
          <a:ext cx="3919728" cy="3211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9FB584-F49F-8418-1F25-C8AF9A958660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Google Shape;26;p1">
            <a:extLst>
              <a:ext uri="{FF2B5EF4-FFF2-40B4-BE49-F238E27FC236}">
                <a16:creationId xmlns:a16="http://schemas.microsoft.com/office/drawing/2014/main" id="{61155182-B2C8-7C03-FE67-4AB2E11391A5}"/>
              </a:ext>
            </a:extLst>
          </p:cNvPr>
          <p:cNvSpPr/>
          <p:nvPr/>
        </p:nvSpPr>
        <p:spPr>
          <a:xfrm>
            <a:off x="471201" y="3279626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14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UAV prototyping, deep technical consulting &amp; service and repairs. Original designs - Real aircraft – </a:t>
            </a:r>
            <a:r>
              <a:rPr lang="en-US" sz="1200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200" b="0" i="0" u="none" strike="noStrike" cap="none" dirty="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ast.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5C0E99-A39B-702C-58CB-79EF9405DAAE}"/>
              </a:ext>
            </a:extLst>
          </p:cNvPr>
          <p:cNvGrpSpPr/>
          <p:nvPr/>
        </p:nvGrpSpPr>
        <p:grpSpPr>
          <a:xfrm>
            <a:off x="3945921" y="45583"/>
            <a:ext cx="5152930" cy="489204"/>
            <a:chOff x="3991070" y="0"/>
            <a:chExt cx="5152930" cy="489204"/>
          </a:xfrm>
        </p:grpSpPr>
        <p:sp>
          <p:nvSpPr>
            <p:cNvPr id="3" name="Google Shape;12;p1">
              <a:extLst>
                <a:ext uri="{FF2B5EF4-FFF2-40B4-BE49-F238E27FC236}">
                  <a16:creationId xmlns:a16="http://schemas.microsoft.com/office/drawing/2014/main" id="{F0421314-24C9-DC82-6E23-78FAAF28D432}"/>
                </a:ext>
              </a:extLst>
            </p:cNvPr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;p1">
              <a:extLst>
                <a:ext uri="{FF2B5EF4-FFF2-40B4-BE49-F238E27FC236}">
                  <a16:creationId xmlns:a16="http://schemas.microsoft.com/office/drawing/2014/main" id="{5562ECF4-5B02-5E14-5AD4-D659FB931A6C}"/>
                </a:ext>
              </a:extLst>
            </p:cNvPr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7;p1">
              <a:extLst>
                <a:ext uri="{FF2B5EF4-FFF2-40B4-BE49-F238E27FC236}">
                  <a16:creationId xmlns:a16="http://schemas.microsoft.com/office/drawing/2014/main" id="{51EAEB1B-DBC1-5775-CAB4-60EB0F3B9E08}"/>
                </a:ext>
              </a:extLst>
            </p:cNvPr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8;p1">
              <a:extLst>
                <a:ext uri="{FF2B5EF4-FFF2-40B4-BE49-F238E27FC236}">
                  <a16:creationId xmlns:a16="http://schemas.microsoft.com/office/drawing/2014/main" id="{AABF5617-B51D-6D1E-0E0D-D8200FBB2069}"/>
                </a:ext>
              </a:extLst>
            </p:cNvPr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0;p1">
              <a:extLst>
                <a:ext uri="{FF2B5EF4-FFF2-40B4-BE49-F238E27FC236}">
                  <a16:creationId xmlns:a16="http://schemas.microsoft.com/office/drawing/2014/main" id="{ECD68A8E-B188-54DD-114A-48FAA7FCDD84}"/>
                </a:ext>
              </a:extLst>
            </p:cNvPr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1;p1">
              <a:extLst>
                <a:ext uri="{FF2B5EF4-FFF2-40B4-BE49-F238E27FC236}">
                  <a16:creationId xmlns:a16="http://schemas.microsoft.com/office/drawing/2014/main" id="{CCE2BC7A-F1BE-183F-3EA5-CA443EA693E5}"/>
                </a:ext>
              </a:extLst>
            </p:cNvPr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62;p2"/>
          <p:cNvSpPr/>
          <p:nvPr/>
        </p:nvSpPr>
        <p:spPr>
          <a:xfrm>
            <a:off x="4929187" y="476272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7A8A"/>
              </a:buClr>
              <a:buSzPts val="700"/>
              <a:buFont typeface="Calibri"/>
              <a:buNone/>
            </a:pP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74320" y="621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/ SERVICES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74320" y="109580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Spectrum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" name="Google Shape;163;p4"/>
          <p:cNvGrpSpPr/>
          <p:nvPr/>
        </p:nvGrpSpPr>
        <p:grpSpPr>
          <a:xfrm>
            <a:off x="320040" y="1801368"/>
            <a:ext cx="8558784" cy="2862072"/>
            <a:chOff x="320040" y="1325880"/>
            <a:chExt cx="8558784" cy="3337560"/>
          </a:xfrm>
        </p:grpSpPr>
        <p:sp>
          <p:nvSpPr>
            <p:cNvPr id="164" name="Google Shape;164;p4"/>
            <p:cNvSpPr/>
            <p:nvPr/>
          </p:nvSpPr>
          <p:spPr>
            <a:xfrm>
              <a:off x="320040" y="1325880"/>
              <a:ext cx="2029968" cy="3337560"/>
            </a:xfrm>
            <a:prstGeom prst="rect">
              <a:avLst/>
            </a:prstGeom>
            <a:solidFill>
              <a:srgbClr val="122233"/>
            </a:solidFill>
            <a:ln w="12700" cap="flat" cmpd="sng">
              <a:solidFill>
                <a:srgbClr val="00B4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320040" y="1325880"/>
              <a:ext cx="2029968" cy="64008"/>
            </a:xfrm>
            <a:prstGeom prst="rect">
              <a:avLst/>
            </a:prstGeom>
            <a:solidFill>
              <a:srgbClr val="00B4D8"/>
            </a:solidFill>
            <a:ln w="12700" cap="flat" cmpd="sng">
              <a:solidFill>
                <a:srgbClr val="00B4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429768" y="1389888"/>
              <a:ext cx="18105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2800"/>
                <a:buFont typeface="Calibri"/>
                <a:buNone/>
              </a:pPr>
              <a:r>
                <a:rPr lang="en-US" sz="2800" b="1" i="0" u="none" strike="noStrike" cap="non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429768" y="1801368"/>
              <a:ext cx="1828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lang="en-US" sz="1250" b="1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Prototyping</a:t>
              </a:r>
              <a:endParaRPr sz="12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429768" y="2331720"/>
              <a:ext cx="1645920" cy="27432"/>
            </a:xfrm>
            <a:prstGeom prst="rect">
              <a:avLst/>
            </a:prstGeom>
            <a:solidFill>
              <a:srgbClr val="00B4D8">
                <a:alpha val="50196"/>
              </a:srgbClr>
            </a:solidFill>
            <a:ln w="12700" cap="flat" cmpd="sng">
              <a:solidFill>
                <a:srgbClr val="00B4D8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429768" y="2395728"/>
              <a:ext cx="1828800" cy="21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Original ground-up airframe design.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Build-to-spec: we fabricate your design.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Composite / Monocoque  construction — strong lightweight structure.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Full system: airframe + propulsion + avionics.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Flight testing &amp; iterative optimization.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496312" y="1325880"/>
              <a:ext cx="2029968" cy="3337560"/>
            </a:xfrm>
            <a:prstGeom prst="rect">
              <a:avLst/>
            </a:prstGeom>
            <a:solidFill>
              <a:srgbClr val="122233"/>
            </a:solidFill>
            <a:ln w="12700" cap="flat" cmpd="sng">
              <a:solidFill>
                <a:srgbClr val="48CA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2496312" y="1325880"/>
              <a:ext cx="2029968" cy="64008"/>
            </a:xfrm>
            <a:prstGeom prst="rect">
              <a:avLst/>
            </a:prstGeom>
            <a:solidFill>
              <a:srgbClr val="48CAE4"/>
            </a:solidFill>
            <a:ln w="12700" cap="flat" cmpd="sng">
              <a:solidFill>
                <a:srgbClr val="48CA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606040" y="1389888"/>
              <a:ext cx="18105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CAE4"/>
                </a:buClr>
                <a:buSzPts val="2800"/>
                <a:buFont typeface="Calibri"/>
                <a:buNone/>
              </a:pPr>
              <a:r>
                <a:rPr lang="en-US" sz="2800" b="1" i="0" u="none" strike="noStrike" cap="none">
                  <a:solidFill>
                    <a:srgbClr val="48CAE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2606040" y="1801368"/>
              <a:ext cx="1828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lang="en-US" sz="1250" b="1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Technical Consulting</a:t>
              </a:r>
              <a:endParaRPr sz="12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2606040" y="2331720"/>
              <a:ext cx="1645920" cy="27432"/>
            </a:xfrm>
            <a:prstGeom prst="rect">
              <a:avLst/>
            </a:prstGeom>
            <a:solidFill>
              <a:srgbClr val="48CAE4">
                <a:alpha val="50196"/>
              </a:srgbClr>
            </a:solidFill>
            <a:ln w="12700" cap="flat" cmpd="sng">
              <a:solidFill>
                <a:srgbClr val="48CAE4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2606040" y="2395728"/>
              <a:ext cx="1828800" cy="21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Aerodynamic &amp; structural design review.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Flight controller tuning, log analysis.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Propulsion system sizing &amp; optimization.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DFM &amp; structural geometry analysis.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Airworthiness inspection.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672584" y="1325880"/>
              <a:ext cx="2029968" cy="3337560"/>
            </a:xfrm>
            <a:prstGeom prst="rect">
              <a:avLst/>
            </a:prstGeom>
            <a:solidFill>
              <a:srgbClr val="122233"/>
            </a:solidFill>
            <a:ln w="12700" cap="flat" cmpd="sng">
              <a:solidFill>
                <a:srgbClr val="0077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672584" y="1325880"/>
              <a:ext cx="2029968" cy="64008"/>
            </a:xfrm>
            <a:prstGeom prst="rect">
              <a:avLst/>
            </a:prstGeom>
            <a:solidFill>
              <a:srgbClr val="0077A8"/>
            </a:solidFill>
            <a:ln w="12700" cap="flat" cmpd="sng">
              <a:solidFill>
                <a:srgbClr val="0077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782312" y="1389888"/>
              <a:ext cx="18105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7A8"/>
                </a:buClr>
                <a:buSzPts val="2800"/>
                <a:buFont typeface="Calibri"/>
                <a:buNone/>
              </a:pPr>
              <a:r>
                <a:rPr lang="en-US" sz="2800" b="1" i="0" u="none" strike="noStrike" cap="none" dirty="0">
                  <a:solidFill>
                    <a:srgbClr val="0077A8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4782312" y="1801368"/>
              <a:ext cx="1828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lang="en-US" sz="12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Applied Research</a:t>
              </a:r>
              <a:endParaRPr sz="1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782312" y="2331720"/>
              <a:ext cx="1645920" cy="27432"/>
            </a:xfrm>
            <a:prstGeom prst="rect">
              <a:avLst/>
            </a:prstGeom>
            <a:solidFill>
              <a:srgbClr val="0077A8">
                <a:alpha val="50196"/>
              </a:srgbClr>
            </a:solidFill>
            <a:ln w="12700" cap="flat" cmpd="sng">
              <a:solidFill>
                <a:srgbClr val="0077A8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4782312" y="2395728"/>
              <a:ext cx="1828800" cy="21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Experimental platform development.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Novel / hybrid propulsion configurations.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Materials science &amp; composite R&amp;D.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Sensor fusion &amp; autonomous systems.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r>
                <a:rPr lang="en-US" sz="1050" b="0" i="0" u="none" strike="noStrike" cap="none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light control algorithm development support.</a:t>
              </a:r>
              <a:endParaRPr sz="10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6848856" y="1325880"/>
              <a:ext cx="2029968" cy="3337560"/>
            </a:xfrm>
            <a:prstGeom prst="rect">
              <a:avLst/>
            </a:prstGeom>
            <a:solidFill>
              <a:srgbClr val="122233"/>
            </a:solidFill>
            <a:ln w="12700" cap="flat" cmpd="sng">
              <a:solidFill>
                <a:srgbClr val="4BB3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6848856" y="1325880"/>
              <a:ext cx="2029968" cy="64008"/>
            </a:xfrm>
            <a:prstGeom prst="rect">
              <a:avLst/>
            </a:prstGeom>
            <a:solidFill>
              <a:srgbClr val="4BB3CC"/>
            </a:solidFill>
            <a:ln w="12700" cap="flat" cmpd="sng">
              <a:solidFill>
                <a:srgbClr val="4BB3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6958584" y="1389888"/>
              <a:ext cx="1810512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B3CC"/>
                </a:buClr>
                <a:buSzPts val="2800"/>
                <a:buFont typeface="Calibri"/>
                <a:buNone/>
              </a:pPr>
              <a:r>
                <a:rPr lang="en-US" sz="2800" b="1" i="0" u="none" strike="noStrike" cap="none">
                  <a:solidFill>
                    <a:srgbClr val="4BB3CC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6958584" y="1801368"/>
              <a:ext cx="1828800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50"/>
                <a:buFont typeface="Calibri"/>
                <a:buNone/>
              </a:pPr>
              <a:r>
                <a:rPr lang="en-US" sz="125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Service </a:t>
              </a:r>
              <a:r>
                <a:rPr lang="en-US" sz="125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&amp; Repairs</a:t>
              </a:r>
              <a:endParaRPr sz="1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6958584" y="2331720"/>
              <a:ext cx="1645920" cy="27432"/>
            </a:xfrm>
            <a:prstGeom prst="rect">
              <a:avLst/>
            </a:prstGeom>
            <a:solidFill>
              <a:srgbClr val="4BB3CC">
                <a:alpha val="50196"/>
              </a:srgbClr>
            </a:solidFill>
            <a:ln w="12700" cap="flat" cmpd="sng">
              <a:solidFill>
                <a:srgbClr val="4BB3CC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6958584" y="2395728"/>
              <a:ext cx="1828800" cy="21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Periodic airframe &amp; propulsion servicing.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Crash damage &amp; Major reconstructions.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Major modifications </a:t>
              </a:r>
              <a:endParaRPr/>
            </a:p>
            <a:p>
              <a:pPr marL="171450" marR="0" lvl="0" indent="-1714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8C5D6"/>
                </a:buClr>
                <a:buSzPts val="1050"/>
                <a:buFont typeface="Arial"/>
                <a:buChar char="•"/>
              </a:pPr>
              <a:r>
                <a:rPr lang="en-US" sz="1050" b="0" i="0" u="none" strike="noStrike" cap="none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Airworthiness tests.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90B105-C137-F995-DC74-51459F4DCE17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23C93D-FF70-6FF6-70E0-A9CE43E4928B}"/>
              </a:ext>
            </a:extLst>
          </p:cNvPr>
          <p:cNvGrpSpPr/>
          <p:nvPr/>
        </p:nvGrpSpPr>
        <p:grpSpPr>
          <a:xfrm>
            <a:off x="3979783" y="0"/>
            <a:ext cx="5152930" cy="489204"/>
            <a:chOff x="3991070" y="0"/>
            <a:chExt cx="5152930" cy="489204"/>
          </a:xfrm>
        </p:grpSpPr>
        <p:sp>
          <p:nvSpPr>
            <p:cNvPr id="4" name="Google Shape;12;p1">
              <a:extLst>
                <a:ext uri="{FF2B5EF4-FFF2-40B4-BE49-F238E27FC236}">
                  <a16:creationId xmlns:a16="http://schemas.microsoft.com/office/drawing/2014/main" id="{137BCA00-CF83-1F61-0CDD-A5BCB77FC1F4}"/>
                </a:ext>
              </a:extLst>
            </p:cNvPr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;p1">
              <a:extLst>
                <a:ext uri="{FF2B5EF4-FFF2-40B4-BE49-F238E27FC236}">
                  <a16:creationId xmlns:a16="http://schemas.microsoft.com/office/drawing/2014/main" id="{62980D4E-AA99-5D07-D442-7811D8948196}"/>
                </a:ext>
              </a:extLst>
            </p:cNvPr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7;p1">
              <a:extLst>
                <a:ext uri="{FF2B5EF4-FFF2-40B4-BE49-F238E27FC236}">
                  <a16:creationId xmlns:a16="http://schemas.microsoft.com/office/drawing/2014/main" id="{28537C25-A5A6-A163-8EF5-1F3D81C2418E}"/>
                </a:ext>
              </a:extLst>
            </p:cNvPr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8;p1">
              <a:extLst>
                <a:ext uri="{FF2B5EF4-FFF2-40B4-BE49-F238E27FC236}">
                  <a16:creationId xmlns:a16="http://schemas.microsoft.com/office/drawing/2014/main" id="{EB994AE1-E80C-13EA-8638-1DC255355F8B}"/>
                </a:ext>
              </a:extLst>
            </p:cNvPr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;p1">
              <a:extLst>
                <a:ext uri="{FF2B5EF4-FFF2-40B4-BE49-F238E27FC236}">
                  <a16:creationId xmlns:a16="http://schemas.microsoft.com/office/drawing/2014/main" id="{706E53C5-C569-06C6-CFC1-D19DA1EEB0E7}"/>
                </a:ext>
              </a:extLst>
            </p:cNvPr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1;p1">
              <a:extLst>
                <a:ext uri="{FF2B5EF4-FFF2-40B4-BE49-F238E27FC236}">
                  <a16:creationId xmlns:a16="http://schemas.microsoft.com/office/drawing/2014/main" id="{7701BD5A-F5F9-EC37-F7B7-C402BCB87191}"/>
                </a:ext>
              </a:extLst>
            </p:cNvPr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155;p4"/>
          <p:cNvSpPr/>
          <p:nvPr/>
        </p:nvSpPr>
        <p:spPr>
          <a:xfrm>
            <a:off x="6221310" y="418670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0E766807-D6D4-2DB5-F357-E937FF69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91703E9-15B1-DBD9-B6EF-0BC622B83132}"/>
              </a:ext>
            </a:extLst>
          </p:cNvPr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7A8A"/>
              </a:buClr>
              <a:buSzPts val="700"/>
              <a:buFont typeface="Calibri"/>
              <a:buNone/>
            </a:pP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7B65D562-463D-B295-2CD1-EBB897D5E56B}"/>
              </a:ext>
            </a:extLst>
          </p:cNvPr>
          <p:cNvSpPr/>
          <p:nvPr/>
        </p:nvSpPr>
        <p:spPr>
          <a:xfrm>
            <a:off x="274320" y="621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lang="en-US" sz="800" b="1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/ SERVICES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62;p4">
            <a:extLst>
              <a:ext uri="{FF2B5EF4-FFF2-40B4-BE49-F238E27FC236}">
                <a16:creationId xmlns:a16="http://schemas.microsoft.com/office/drawing/2014/main" id="{E00A8661-F176-0276-BBF2-4D612AD6A7D4}"/>
              </a:ext>
            </a:extLst>
          </p:cNvPr>
          <p:cNvSpPr/>
          <p:nvPr/>
        </p:nvSpPr>
        <p:spPr>
          <a:xfrm>
            <a:off x="268043" y="857033"/>
            <a:ext cx="56683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Tech expertise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8494171D-0791-A797-0575-CDFA3DA699E8}"/>
              </a:ext>
            </a:extLst>
          </p:cNvPr>
          <p:cNvSpPr/>
          <p:nvPr/>
        </p:nvSpPr>
        <p:spPr>
          <a:xfrm>
            <a:off x="268043" y="1324050"/>
            <a:ext cx="2148115" cy="61713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Aircraft Design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B6A41162-BA68-C522-50F3-CDBFB93A952A}"/>
              </a:ext>
            </a:extLst>
          </p:cNvPr>
          <p:cNvSpPr/>
          <p:nvPr/>
        </p:nvSpPr>
        <p:spPr>
          <a:xfrm>
            <a:off x="268041" y="1975281"/>
            <a:ext cx="2148115" cy="63899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Fabrication Expertise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97EB29E-848F-9DF3-2DC0-FC109ADC09D7}"/>
              </a:ext>
            </a:extLst>
          </p:cNvPr>
          <p:cNvSpPr/>
          <p:nvPr/>
        </p:nvSpPr>
        <p:spPr>
          <a:xfrm>
            <a:off x="268040" y="2665258"/>
            <a:ext cx="2148115" cy="63899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Propulsion 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7041475C-49F7-EF08-5285-A93365511822}"/>
              </a:ext>
            </a:extLst>
          </p:cNvPr>
          <p:cNvSpPr/>
          <p:nvPr/>
        </p:nvSpPr>
        <p:spPr>
          <a:xfrm>
            <a:off x="268040" y="3365905"/>
            <a:ext cx="2148115" cy="6888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Electronics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6D207A-623D-3E54-5F1D-6D7229986355}"/>
              </a:ext>
            </a:extLst>
          </p:cNvPr>
          <p:cNvSpPr/>
          <p:nvPr/>
        </p:nvSpPr>
        <p:spPr>
          <a:xfrm>
            <a:off x="2416158" y="1343582"/>
            <a:ext cx="6133540" cy="56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100" dirty="0">
                <a:solidFill>
                  <a:schemeClr val="bg1"/>
                </a:solidFill>
                <a:latin typeface="Calibri"/>
              </a:rPr>
              <a:t>Mission to airframe mapping, Aerodynamic and structural feasibility, Xperimental planforms, Fixed wing / Rotor-craft ,  XFLR-5, </a:t>
            </a:r>
            <a:r>
              <a:rPr lang="en-US" sz="1100" dirty="0" err="1">
                <a:solidFill>
                  <a:schemeClr val="bg1"/>
                </a:solidFill>
                <a:latin typeface="Calibri"/>
              </a:rPr>
              <a:t>OpenVSP</a:t>
            </a:r>
            <a:r>
              <a:rPr lang="en-US" sz="1100" dirty="0">
                <a:solidFill>
                  <a:schemeClr val="bg1"/>
                </a:solidFill>
                <a:latin typeface="Calibri"/>
              </a:rPr>
              <a:t> analysis. Stability and Control geometry &amp; sizing, 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3084B6F-3360-42FF-8F77-DB7FFC32FBA8}"/>
              </a:ext>
            </a:extLst>
          </p:cNvPr>
          <p:cNvSpPr/>
          <p:nvPr/>
        </p:nvSpPr>
        <p:spPr>
          <a:xfrm>
            <a:off x="2450524" y="2031922"/>
            <a:ext cx="6099174" cy="56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Complex technology : Composites – Glass/Carbon/Aramid fiber. Vacuum Bagging/Resin infusion /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Prepeg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  Monocoque  construction in wood/composite skins/ covering films. 3D and CNC modelling.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1D975245-0310-E55A-0CAC-5F7D9F85245A}"/>
              </a:ext>
            </a:extLst>
          </p:cNvPr>
          <p:cNvSpPr/>
          <p:nvPr/>
        </p:nvSpPr>
        <p:spPr>
          <a:xfrm>
            <a:off x="2416155" y="2703752"/>
            <a:ext cx="6133540" cy="56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A8C5D6"/>
              </a:buClr>
              <a:buSzPts val="1050"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Electric &amp; IC powertrain architecture. Prop-motor-ESC optimization. Hybrid propulsion system design. eVTOL drive-train integration. Fuel efficiency modelling &amp; testing.</a:t>
            </a:r>
            <a:endParaRPr lang="en-IN" sz="1100" dirty="0">
              <a:solidFill>
                <a:schemeClr val="bg1"/>
              </a:solidFill>
            </a:endParaRP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3135C12-B729-554C-F3BF-E2E826251A03}"/>
              </a:ext>
            </a:extLst>
          </p:cNvPr>
          <p:cNvSpPr/>
          <p:nvPr/>
        </p:nvSpPr>
        <p:spPr>
          <a:xfrm>
            <a:off x="2416154" y="3429331"/>
            <a:ext cx="6133544" cy="56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A8C5D6"/>
              </a:buClr>
              <a:buSzPts val="1050"/>
            </a:pPr>
            <a:r>
              <a:rPr lang="en-IN" sz="1100" dirty="0">
                <a:solidFill>
                  <a:schemeClr val="bg1"/>
                </a:solidFill>
              </a:rPr>
              <a:t>Servo, FC, Sensor sizing, setup, configuration and optimizing. 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Sensor fusion: IMU, GPS, barometer, Rx. Payload integration : Photogrammetry,  LiDAR , Gimbal integration for stabilized optics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AC3D0B-8F96-BC99-48F2-E2FEF6F095E9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34" name="Arrow: Pentagon 133">
            <a:extLst>
              <a:ext uri="{FF2B5EF4-FFF2-40B4-BE49-F238E27FC236}">
                <a16:creationId xmlns:a16="http://schemas.microsoft.com/office/drawing/2014/main" id="{9C1FDE53-3213-90C9-0DBE-6459DBBA4526}"/>
              </a:ext>
            </a:extLst>
          </p:cNvPr>
          <p:cNvSpPr/>
          <p:nvPr/>
        </p:nvSpPr>
        <p:spPr>
          <a:xfrm>
            <a:off x="268039" y="4118187"/>
            <a:ext cx="2148115" cy="68885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Integration and Efficiency 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BC3ED43E-AD38-56D6-D057-E0948CC4099E}"/>
              </a:ext>
            </a:extLst>
          </p:cNvPr>
          <p:cNvSpPr/>
          <p:nvPr/>
        </p:nvSpPr>
        <p:spPr>
          <a:xfrm>
            <a:off x="2416151" y="4148457"/>
            <a:ext cx="6133544" cy="562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A8C5D6"/>
              </a:buClr>
              <a:buSzPts val="1050"/>
            </a:pPr>
            <a:r>
              <a:rPr lang="en-IN" sz="1100" dirty="0">
                <a:solidFill>
                  <a:schemeClr val="bg1"/>
                </a:solidFill>
              </a:rPr>
              <a:t>Trouble shooting through flight video / logs. CG, control surface throws fine tuning, Onboard electronics placement and tuning. Propulsion system tuning.</a:t>
            </a:r>
            <a:endParaRPr lang="en-US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620FF6-F676-981A-9659-8A7E2820653F}"/>
              </a:ext>
            </a:extLst>
          </p:cNvPr>
          <p:cNvGrpSpPr/>
          <p:nvPr/>
        </p:nvGrpSpPr>
        <p:grpSpPr>
          <a:xfrm>
            <a:off x="3991070" y="21628"/>
            <a:ext cx="5152930" cy="489204"/>
            <a:chOff x="3991070" y="0"/>
            <a:chExt cx="5152930" cy="489204"/>
          </a:xfrm>
        </p:grpSpPr>
        <p:sp>
          <p:nvSpPr>
            <p:cNvPr id="3" name="Google Shape;12;p1">
              <a:extLst>
                <a:ext uri="{FF2B5EF4-FFF2-40B4-BE49-F238E27FC236}">
                  <a16:creationId xmlns:a16="http://schemas.microsoft.com/office/drawing/2014/main" id="{A9C36EA3-4C94-53A7-1437-4478C42670D9}"/>
                </a:ext>
              </a:extLst>
            </p:cNvPr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;p1">
              <a:extLst>
                <a:ext uri="{FF2B5EF4-FFF2-40B4-BE49-F238E27FC236}">
                  <a16:creationId xmlns:a16="http://schemas.microsoft.com/office/drawing/2014/main" id="{A35C335C-FCBB-D85E-3090-C7EAC2055FFD}"/>
                </a:ext>
              </a:extLst>
            </p:cNvPr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7;p1">
              <a:extLst>
                <a:ext uri="{FF2B5EF4-FFF2-40B4-BE49-F238E27FC236}">
                  <a16:creationId xmlns:a16="http://schemas.microsoft.com/office/drawing/2014/main" id="{FEA34BF5-2556-E2A8-AD45-4D9522E290F3}"/>
                </a:ext>
              </a:extLst>
            </p:cNvPr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8;p1">
              <a:extLst>
                <a:ext uri="{FF2B5EF4-FFF2-40B4-BE49-F238E27FC236}">
                  <a16:creationId xmlns:a16="http://schemas.microsoft.com/office/drawing/2014/main" id="{5876F412-68F4-763F-EF0E-481CB3916579}"/>
                </a:ext>
              </a:extLst>
            </p:cNvPr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;p1">
              <a:extLst>
                <a:ext uri="{FF2B5EF4-FFF2-40B4-BE49-F238E27FC236}">
                  <a16:creationId xmlns:a16="http://schemas.microsoft.com/office/drawing/2014/main" id="{CBC6B433-69A4-15FB-7BCB-72498E52B980}"/>
                </a:ext>
              </a:extLst>
            </p:cNvPr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1;p1">
              <a:extLst>
                <a:ext uri="{FF2B5EF4-FFF2-40B4-BE49-F238E27FC236}">
                  <a16:creationId xmlns:a16="http://schemas.microsoft.com/office/drawing/2014/main" id="{2D8F9577-8C15-AADD-698A-E1794F5357D9}"/>
                </a:ext>
              </a:extLst>
            </p:cNvPr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155;p4">
            <a:extLst>
              <a:ext uri="{FF2B5EF4-FFF2-40B4-BE49-F238E27FC236}">
                <a16:creationId xmlns:a16="http://schemas.microsoft.com/office/drawing/2014/main" id="{100FEAA9-750E-22A6-F02A-54D0CACFEA8E}"/>
              </a:ext>
            </a:extLst>
          </p:cNvPr>
          <p:cNvSpPr/>
          <p:nvPr/>
        </p:nvSpPr>
        <p:spPr>
          <a:xfrm>
            <a:off x="6272784" y="449667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51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41853CA3-A85B-5F66-06ED-E0DD83D54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AFE3914D-6048-8D36-8C72-EB096ADCBC0D}"/>
              </a:ext>
            </a:extLst>
          </p:cNvPr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7A8A"/>
              </a:buClr>
              <a:buSzPts val="700"/>
              <a:buFont typeface="Calibri"/>
              <a:buNone/>
            </a:pP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4441A41-5691-9539-F33F-C724B5C73EB5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37FE68-4E0B-98A4-04DB-98AC32E2AB83}"/>
              </a:ext>
            </a:extLst>
          </p:cNvPr>
          <p:cNvGrpSpPr/>
          <p:nvPr/>
        </p:nvGrpSpPr>
        <p:grpSpPr>
          <a:xfrm>
            <a:off x="274320" y="1146763"/>
            <a:ext cx="8281659" cy="2851923"/>
            <a:chOff x="274320" y="1146763"/>
            <a:chExt cx="8281659" cy="3482993"/>
          </a:xfrm>
        </p:grpSpPr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C362855D-5733-8432-27E8-DEF6E1B1CC4B}"/>
                </a:ext>
              </a:extLst>
            </p:cNvPr>
            <p:cNvSpPr/>
            <p:nvPr/>
          </p:nvSpPr>
          <p:spPr>
            <a:xfrm>
              <a:off x="274324" y="1146763"/>
              <a:ext cx="2148115" cy="617137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1. Proven Execution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F9D0656B-EA07-4518-46CC-F89CD07354CD}"/>
                </a:ext>
              </a:extLst>
            </p:cNvPr>
            <p:cNvSpPr/>
            <p:nvPr/>
          </p:nvSpPr>
          <p:spPr>
            <a:xfrm>
              <a:off x="274322" y="1797994"/>
              <a:ext cx="2148115" cy="638992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2. Original Design IP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5C33E783-5089-BE62-A25F-BCBF62B817B9}"/>
                </a:ext>
              </a:extLst>
            </p:cNvPr>
            <p:cNvSpPr/>
            <p:nvPr/>
          </p:nvSpPr>
          <p:spPr>
            <a:xfrm>
              <a:off x="274321" y="2487971"/>
              <a:ext cx="2148115" cy="638993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3. Build to spec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E4BE50D9-8DDE-D2B2-AC8D-FAF3CDD72E63}"/>
                </a:ext>
              </a:extLst>
            </p:cNvPr>
            <p:cNvSpPr/>
            <p:nvPr/>
          </p:nvSpPr>
          <p:spPr>
            <a:xfrm>
              <a:off x="274321" y="3188618"/>
              <a:ext cx="2148115" cy="688856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4. UAV Expertise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D8FA5D4-AB92-EB1F-AA32-97F55CA3E580}"/>
                </a:ext>
              </a:extLst>
            </p:cNvPr>
            <p:cNvSpPr/>
            <p:nvPr/>
          </p:nvSpPr>
          <p:spPr>
            <a:xfrm>
              <a:off x="2422439" y="1166295"/>
              <a:ext cx="6133540" cy="5620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Dozens of custom-built, flight-tested UAVs across fixed-wing, multi-rotor, VTOL, and experimental platforms</a:t>
              </a:r>
              <a:endParaRPr lang="en-IN" sz="1100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0B10907-2940-B57F-3AD8-56AF48D3B142}"/>
                </a:ext>
              </a:extLst>
            </p:cNvPr>
            <p:cNvSpPr/>
            <p:nvPr/>
          </p:nvSpPr>
          <p:spPr>
            <a:xfrm>
              <a:off x="2456805" y="1854635"/>
              <a:ext cx="6099174" cy="5620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A8C5D6"/>
                </a:buClr>
                <a:buSzPts val="1100"/>
              </a:pP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Custom airframe from blank sheet — flying wings, experimental quads, delta planforms, eVTOL.  Original designs with transfer of plans, specs, DFM tooling and Jigs,  manufacturing and service knowhow.</a:t>
              </a:r>
              <a:endPara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036D0683-5DC7-74B9-518E-EABE17CD3924}"/>
                </a:ext>
              </a:extLst>
            </p:cNvPr>
            <p:cNvSpPr/>
            <p:nvPr/>
          </p:nvSpPr>
          <p:spPr>
            <a:xfrm>
              <a:off x="2422436" y="2526465"/>
              <a:ext cx="6133540" cy="5620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A8C5D6"/>
                </a:buClr>
                <a:buSzPts val="1100"/>
              </a:pP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Customers bring designs - we build them : Material, Optimizing, high-end fabrication, Flight-ready  airframes delivered fast.</a:t>
              </a:r>
              <a:endPara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634C813C-5EE4-A288-5771-B1F1781EEE0F}"/>
                </a:ext>
              </a:extLst>
            </p:cNvPr>
            <p:cNvSpPr/>
            <p:nvPr/>
          </p:nvSpPr>
          <p:spPr>
            <a:xfrm>
              <a:off x="2422435" y="3252044"/>
              <a:ext cx="6133544" cy="5620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A8C5D6"/>
                </a:buClr>
                <a:buSzPts val="1100"/>
              </a:pP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Deep Aerodynamics &amp; Fabrication expertise and experience. In-house propulsion, flight control, electronics, and payload expertise that generalist consultants simply cannot offer… Deep AS-WELL-AS </a:t>
              </a:r>
              <a:r>
                <a:rPr lang="en-US" sz="1100" dirty="0" err="1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Xfunctional</a:t>
              </a: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Arrow: Pentagon 133">
              <a:extLst>
                <a:ext uri="{FF2B5EF4-FFF2-40B4-BE49-F238E27FC236}">
                  <a16:creationId xmlns:a16="http://schemas.microsoft.com/office/drawing/2014/main" id="{8538388A-7D32-682A-CF16-221089987C80}"/>
                </a:ext>
              </a:extLst>
            </p:cNvPr>
            <p:cNvSpPr/>
            <p:nvPr/>
          </p:nvSpPr>
          <p:spPr>
            <a:xfrm>
              <a:off x="274320" y="3940900"/>
              <a:ext cx="2148115" cy="688856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/>
                <a:t>5. Efficient Model</a:t>
              </a:r>
            </a:p>
          </p:txBody>
        </p:sp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2D05469E-E7EB-60FA-F883-85A9AC27726F}"/>
                </a:ext>
              </a:extLst>
            </p:cNvPr>
            <p:cNvSpPr/>
            <p:nvPr/>
          </p:nvSpPr>
          <p:spPr>
            <a:xfrm>
              <a:off x="2422432" y="3971170"/>
              <a:ext cx="6133544" cy="56200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buClr>
                  <a:srgbClr val="A8C5D6"/>
                </a:buClr>
                <a:buSzPts val="1050"/>
              </a:pP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Lean structure with deep &amp; </a:t>
              </a:r>
              <a:r>
                <a:rPr lang="en-US" sz="1100" dirty="0" err="1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xfunctional</a:t>
              </a:r>
              <a:r>
                <a:rPr lang="en-US" sz="1100" dirty="0">
                  <a:solidFill>
                    <a:srgbClr val="A8C5D6"/>
                  </a:solidFill>
                  <a:latin typeface="Calibri"/>
                  <a:ea typeface="Calibri"/>
                  <a:cs typeface="Calibri"/>
                  <a:sym typeface="Calibri"/>
                </a:rPr>
                <a:t> expertise to deliver rapidly complex prototypes and unique solutions along with lower costs.</a:t>
              </a:r>
              <a:endPara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2DF2A0-3684-23CB-9592-32454B9F7A73}"/>
              </a:ext>
            </a:extLst>
          </p:cNvPr>
          <p:cNvSpPr/>
          <p:nvPr/>
        </p:nvSpPr>
        <p:spPr>
          <a:xfrm>
            <a:off x="274317" y="4204971"/>
            <a:ext cx="2148115" cy="536773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>
                <a:solidFill>
                  <a:schemeClr val="tx1"/>
                </a:solidFill>
              </a:rPr>
              <a:t>    Our </a:t>
            </a:r>
            <a:r>
              <a:rPr lang="en-IN" dirty="0">
                <a:solidFill>
                  <a:schemeClr val="tx1"/>
                </a:solidFill>
              </a:rPr>
              <a:t>work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DF427C-6855-DDF6-0299-82955F853097}"/>
              </a:ext>
            </a:extLst>
          </p:cNvPr>
          <p:cNvSpPr/>
          <p:nvPr/>
        </p:nvSpPr>
        <p:spPr>
          <a:xfrm>
            <a:off x="2456805" y="4193441"/>
            <a:ext cx="6133544" cy="5483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Clr>
                <a:srgbClr val="A8C5D6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https://myrahulroy.blogspot.com/</a:t>
            </a:r>
            <a:endParaRPr lang="en-US" sz="1100" dirty="0">
              <a:solidFill>
                <a:schemeClr val="accent5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A8C5D6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https://www.youtube.com/watch?v=pVT5TLOxDik</a:t>
            </a:r>
            <a:endParaRPr lang="en-US" sz="1100" dirty="0">
              <a:solidFill>
                <a:schemeClr val="accent5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buClr>
                <a:srgbClr val="A8C5D6"/>
              </a:buClr>
              <a:buSzPts val="105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https://www.youtube.com/@RahulRoy-ds7qt</a:t>
            </a:r>
            <a:endParaRPr lang="en-US" sz="1100" dirty="0">
              <a:solidFill>
                <a:schemeClr val="accent5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F9D712-A73F-F766-8C62-59ECFDBFE1AE}"/>
              </a:ext>
            </a:extLst>
          </p:cNvPr>
          <p:cNvGrpSpPr/>
          <p:nvPr/>
        </p:nvGrpSpPr>
        <p:grpSpPr>
          <a:xfrm>
            <a:off x="3991070" y="0"/>
            <a:ext cx="5152930" cy="489204"/>
            <a:chOff x="3991070" y="0"/>
            <a:chExt cx="5152930" cy="489204"/>
          </a:xfrm>
        </p:grpSpPr>
        <p:sp>
          <p:nvSpPr>
            <p:cNvPr id="6" name="Google Shape;12;p1">
              <a:extLst>
                <a:ext uri="{FF2B5EF4-FFF2-40B4-BE49-F238E27FC236}">
                  <a16:creationId xmlns:a16="http://schemas.microsoft.com/office/drawing/2014/main" id="{7BF2856F-99D8-9E73-5565-5CD0566E487F}"/>
                </a:ext>
              </a:extLst>
            </p:cNvPr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;p1">
              <a:extLst>
                <a:ext uri="{FF2B5EF4-FFF2-40B4-BE49-F238E27FC236}">
                  <a16:creationId xmlns:a16="http://schemas.microsoft.com/office/drawing/2014/main" id="{E0683C1C-D62C-56DC-4A58-664C57F4DC02}"/>
                </a:ext>
              </a:extLst>
            </p:cNvPr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7;p1">
              <a:extLst>
                <a:ext uri="{FF2B5EF4-FFF2-40B4-BE49-F238E27FC236}">
                  <a16:creationId xmlns:a16="http://schemas.microsoft.com/office/drawing/2014/main" id="{78262C48-FEB8-7F89-AD49-F65044D9BFD4}"/>
                </a:ext>
              </a:extLst>
            </p:cNvPr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8;p1">
              <a:extLst>
                <a:ext uri="{FF2B5EF4-FFF2-40B4-BE49-F238E27FC236}">
                  <a16:creationId xmlns:a16="http://schemas.microsoft.com/office/drawing/2014/main" id="{3DF48CE1-46A7-9FFA-1636-BDAE6CF8FCC5}"/>
                </a:ext>
              </a:extLst>
            </p:cNvPr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0;p1">
              <a:extLst>
                <a:ext uri="{FF2B5EF4-FFF2-40B4-BE49-F238E27FC236}">
                  <a16:creationId xmlns:a16="http://schemas.microsoft.com/office/drawing/2014/main" id="{90D623FE-1671-DCBC-CEE0-18E14D02F4EF}"/>
                </a:ext>
              </a:extLst>
            </p:cNvPr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1;p1">
              <a:extLst>
                <a:ext uri="{FF2B5EF4-FFF2-40B4-BE49-F238E27FC236}">
                  <a16:creationId xmlns:a16="http://schemas.microsoft.com/office/drawing/2014/main" id="{9A69B84D-BB95-6FAD-EC35-FADCDA394065}"/>
                </a:ext>
              </a:extLst>
            </p:cNvPr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55;p4">
            <a:extLst>
              <a:ext uri="{FF2B5EF4-FFF2-40B4-BE49-F238E27FC236}">
                <a16:creationId xmlns:a16="http://schemas.microsoft.com/office/drawing/2014/main" id="{D5D5673D-5535-6EE5-719B-AA4D884A454B}"/>
              </a:ext>
            </a:extLst>
          </p:cNvPr>
          <p:cNvSpPr/>
          <p:nvPr/>
        </p:nvSpPr>
        <p:spPr>
          <a:xfrm>
            <a:off x="7552944" y="407767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89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"/>
          <p:cNvSpPr/>
          <p:nvPr/>
        </p:nvSpPr>
        <p:spPr>
          <a:xfrm>
            <a:off x="274320" y="6217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800"/>
              <a:buFont typeface="Calibri"/>
              <a:buNone/>
            </a:pPr>
            <a:r>
              <a:rPr lang="en-US" sz="800" b="1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/ CONTACT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74320" y="932688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build something</a:t>
            </a: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extraordinary.</a:t>
            </a:r>
            <a:endParaRPr sz="3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74320" y="2487168"/>
            <a:ext cx="512064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Open to collaborations, Prototyping, R&amp;D partnerships, and consulting engagements.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If you're working on something that flies — or should — get in touch.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AA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AB8"/>
                </a:solidFill>
                <a:latin typeface="Calibri"/>
                <a:ea typeface="Calibri"/>
                <a:cs typeface="Calibri"/>
                <a:sym typeface="Calibri"/>
              </a:rPr>
              <a:t>We move fast, build from scratch, and care about getting it right.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852160" y="1188720"/>
            <a:ext cx="1463040" cy="987552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852160" y="1975104"/>
            <a:ext cx="146304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5852160" y="14630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Aerial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7461504" y="1188720"/>
            <a:ext cx="1463040" cy="987552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7461504" y="1975104"/>
            <a:ext cx="146304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7461504" y="14630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852160" y="2304288"/>
            <a:ext cx="1463040" cy="987552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852160" y="3090672"/>
            <a:ext cx="146304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852160" y="257860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Underwater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7461504" y="2304288"/>
            <a:ext cx="1463040" cy="987552"/>
          </a:xfrm>
          <a:prstGeom prst="rect">
            <a:avLst/>
          </a:prstGeom>
          <a:solidFill>
            <a:srgbClr val="0F2336"/>
          </a:solidFill>
          <a:ln w="12700" cap="flat" cmpd="sng">
            <a:solidFill>
              <a:srgbClr val="1A3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7461504" y="3090672"/>
            <a:ext cx="146304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7461504" y="257860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X-Rocketry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8"/>
          <p:cNvGrpSpPr/>
          <p:nvPr/>
        </p:nvGrpSpPr>
        <p:grpSpPr>
          <a:xfrm>
            <a:off x="109728" y="475488"/>
            <a:ext cx="8869680" cy="4206240"/>
            <a:chOff x="274320" y="548640"/>
            <a:chExt cx="8869680" cy="4206240"/>
          </a:xfrm>
        </p:grpSpPr>
        <p:sp>
          <p:nvSpPr>
            <p:cNvPr id="319" name="Google Shape;319;p8"/>
            <p:cNvSpPr/>
            <p:nvPr/>
          </p:nvSpPr>
          <p:spPr>
            <a:xfrm>
              <a:off x="274320" y="3493008"/>
              <a:ext cx="4754880" cy="1005840"/>
            </a:xfrm>
            <a:prstGeom prst="rect">
              <a:avLst/>
            </a:prstGeom>
            <a:solidFill>
              <a:srgbClr val="0F2336"/>
            </a:solidFill>
            <a:ln w="12700" cap="flat" cmpd="sng">
              <a:solidFill>
                <a:srgbClr val="1A32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274320" y="3493008"/>
              <a:ext cx="54864" cy="1005840"/>
            </a:xfrm>
            <a:prstGeom prst="rect">
              <a:avLst/>
            </a:prstGeom>
            <a:solidFill>
              <a:srgbClr val="00B4D8"/>
            </a:solidFill>
            <a:ln w="12700" cap="flat" cmpd="sng">
              <a:solidFill>
                <a:srgbClr val="00B4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457200" y="3584448"/>
              <a:ext cx="804672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800"/>
                <a:buFont typeface="Calibri"/>
                <a:buNone/>
              </a:pPr>
              <a:r>
                <a:rPr lang="en-US" sz="800" b="1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EMAIL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1316736" y="3584448"/>
              <a:ext cx="3566160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F4F8"/>
                </a:buClr>
                <a:buSzPts val="1000"/>
                <a:buFont typeface="Calibri"/>
                <a:buNone/>
              </a:pPr>
              <a:r>
                <a:rPr lang="en-US" sz="1000" dirty="0">
                  <a:solidFill>
                    <a:srgbClr val="E8F4F8"/>
                  </a:solidFill>
                  <a:latin typeface="Calibri"/>
                  <a:ea typeface="Calibri"/>
                  <a:cs typeface="Calibri"/>
                  <a:sym typeface="Calibri"/>
                </a:rPr>
                <a:t>roy.laminardynamics@gmail.com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457200" y="3858768"/>
              <a:ext cx="804672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800"/>
                <a:buFont typeface="Calibri"/>
                <a:buNone/>
              </a:pPr>
              <a:r>
                <a:rPr lang="en-US" sz="800" b="1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WEB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1316736" y="3858768"/>
              <a:ext cx="3566160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F4F8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E8F4F8"/>
                  </a:solidFill>
                  <a:latin typeface="Calibri"/>
                  <a:ea typeface="Calibri"/>
                  <a:cs typeface="Calibri"/>
                  <a:sym typeface="Calibri"/>
                </a:rPr>
                <a:t>myrahulroy.blogspot.com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457200" y="4133088"/>
              <a:ext cx="804672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800"/>
                <a:buFont typeface="Calibri"/>
                <a:buNone/>
              </a:pPr>
              <a:r>
                <a:rPr lang="en-US" sz="800" b="1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DOMAINS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1316736" y="4133088"/>
              <a:ext cx="3566160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F4F8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E8F4F8"/>
                  </a:solidFill>
                  <a:latin typeface="Calibri"/>
                  <a:ea typeface="Calibri"/>
                  <a:cs typeface="Calibri"/>
                  <a:sym typeface="Calibri"/>
                </a:rPr>
                <a:t>Aerial · Surface · Underwater · X-Rocketry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5029200" y="548640"/>
              <a:ext cx="4114800" cy="4206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22233"/>
                </a:buClr>
                <a:buSzPts val="28000"/>
                <a:buFont typeface="Calibri"/>
                <a:buNone/>
              </a:pPr>
              <a:endParaRPr sz="28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2AB8E7A-CB15-6FFE-9A5D-00A59EDAD31C}"/>
              </a:ext>
            </a:extLst>
          </p:cNvPr>
          <p:cNvSpPr txBox="1"/>
          <p:nvPr/>
        </p:nvSpPr>
        <p:spPr>
          <a:xfrm>
            <a:off x="195943" y="159657"/>
            <a:ext cx="2053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 err="1">
                <a:solidFill>
                  <a:schemeClr val="bg1">
                    <a:lumMod val="75000"/>
                  </a:schemeClr>
                </a:solidFill>
                <a:latin typeface="Arial Black" panose="020B0A04020102020204" pitchFamily="34" charset="0"/>
              </a:rPr>
              <a:t>Laminar</a:t>
            </a:r>
            <a:r>
              <a:rPr lang="en-IN" b="1" i="1" dirty="0" err="1">
                <a:solidFill>
                  <a:srgbClr val="0070C0"/>
                </a:solidFill>
                <a:latin typeface="Arial Black" panose="020B0A04020102020204" pitchFamily="34" charset="0"/>
              </a:rPr>
              <a:t>Dynamics</a:t>
            </a:r>
            <a:endParaRPr lang="en-IN" b="1" i="1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3B109D-4702-650E-9051-E49192C8A85F}"/>
              </a:ext>
            </a:extLst>
          </p:cNvPr>
          <p:cNvGrpSpPr/>
          <p:nvPr/>
        </p:nvGrpSpPr>
        <p:grpSpPr>
          <a:xfrm>
            <a:off x="3991070" y="0"/>
            <a:ext cx="5152930" cy="489204"/>
            <a:chOff x="3991070" y="0"/>
            <a:chExt cx="5152930" cy="489204"/>
          </a:xfrm>
        </p:grpSpPr>
        <p:sp>
          <p:nvSpPr>
            <p:cNvPr id="4" name="Google Shape;12;p1">
              <a:extLst>
                <a:ext uri="{FF2B5EF4-FFF2-40B4-BE49-F238E27FC236}">
                  <a16:creationId xmlns:a16="http://schemas.microsoft.com/office/drawing/2014/main" id="{3DA4468E-89B3-355A-3946-607E49C81169}"/>
                </a:ext>
              </a:extLst>
            </p:cNvPr>
            <p:cNvSpPr/>
            <p:nvPr/>
          </p:nvSpPr>
          <p:spPr>
            <a:xfrm>
              <a:off x="3991070" y="0"/>
              <a:ext cx="5152930" cy="475488"/>
            </a:xfrm>
            <a:prstGeom prst="rect">
              <a:avLst/>
            </a:prstGeom>
            <a:solidFill>
              <a:srgbClr val="060F17"/>
            </a:solidFill>
            <a:ln w="12700" cap="flat" cmpd="sng">
              <a:solidFill>
                <a:srgbClr val="060F1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;p1">
              <a:extLst>
                <a:ext uri="{FF2B5EF4-FFF2-40B4-BE49-F238E27FC236}">
                  <a16:creationId xmlns:a16="http://schemas.microsoft.com/office/drawing/2014/main" id="{870E9DF0-66FA-224C-8060-7B97D03897AF}"/>
                </a:ext>
              </a:extLst>
            </p:cNvPr>
            <p:cNvSpPr/>
            <p:nvPr/>
          </p:nvSpPr>
          <p:spPr>
            <a:xfrm>
              <a:off x="411480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B4D8"/>
                </a:buClr>
                <a:buSzPts val="750"/>
                <a:buFont typeface="Calibri"/>
                <a:buNone/>
              </a:pPr>
              <a:r>
                <a:rPr lang="en-US" sz="750" b="1" i="0" u="none" strike="noStrike" cap="none" dirty="0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7;p1">
              <a:extLst>
                <a:ext uri="{FF2B5EF4-FFF2-40B4-BE49-F238E27FC236}">
                  <a16:creationId xmlns:a16="http://schemas.microsoft.com/office/drawing/2014/main" id="{8F396712-5D0C-C7F1-E297-7464DE5CFA73}"/>
                </a:ext>
              </a:extLst>
            </p:cNvPr>
            <p:cNvSpPr/>
            <p:nvPr/>
          </p:nvSpPr>
          <p:spPr>
            <a:xfrm>
              <a:off x="4956048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ABOUT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8;p1">
              <a:extLst>
                <a:ext uri="{FF2B5EF4-FFF2-40B4-BE49-F238E27FC236}">
                  <a16:creationId xmlns:a16="http://schemas.microsoft.com/office/drawing/2014/main" id="{0E3B5A31-710F-62E0-D9E8-B9ECCEAB0AB1}"/>
                </a:ext>
              </a:extLst>
            </p:cNvPr>
            <p:cNvSpPr/>
            <p:nvPr/>
          </p:nvSpPr>
          <p:spPr>
            <a:xfrm>
              <a:off x="6236208" y="13716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 dirty="0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WORK &amp;  SERVICES</a:t>
              </a:r>
              <a:endParaRPr sz="75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;p1">
              <a:extLst>
                <a:ext uri="{FF2B5EF4-FFF2-40B4-BE49-F238E27FC236}">
                  <a16:creationId xmlns:a16="http://schemas.microsoft.com/office/drawing/2014/main" id="{0AF05D43-A488-6923-B863-B3D1F4BEC160}"/>
                </a:ext>
              </a:extLst>
            </p:cNvPr>
            <p:cNvSpPr/>
            <p:nvPr/>
          </p:nvSpPr>
          <p:spPr>
            <a:xfrm>
              <a:off x="7479792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WHY US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1;p1">
              <a:extLst>
                <a:ext uri="{FF2B5EF4-FFF2-40B4-BE49-F238E27FC236}">
                  <a16:creationId xmlns:a16="http://schemas.microsoft.com/office/drawing/2014/main" id="{20861103-01FC-330E-A232-05A9548DD600}"/>
                </a:ext>
              </a:extLst>
            </p:cNvPr>
            <p:cNvSpPr/>
            <p:nvPr/>
          </p:nvSpPr>
          <p:spPr>
            <a:xfrm>
              <a:off x="8321040" y="0"/>
              <a:ext cx="804672" cy="475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7BAAB8"/>
                </a:buClr>
                <a:buSzPts val="750"/>
                <a:buFont typeface="Calibri"/>
                <a:buNone/>
              </a:pPr>
              <a:r>
                <a:rPr lang="en-US" sz="750" b="0" i="0" u="none" strike="noStrike" cap="none">
                  <a:solidFill>
                    <a:srgbClr val="7BAAB8"/>
                  </a:solidFill>
                  <a:latin typeface="Calibri"/>
                  <a:ea typeface="Calibri"/>
                  <a:cs typeface="Calibri"/>
                  <a:sym typeface="Calibri"/>
                </a:rPr>
                <a:t>CONTACT</a:t>
              </a:r>
              <a:endPara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Google Shape;299;p8"/>
          <p:cNvSpPr/>
          <p:nvPr/>
        </p:nvSpPr>
        <p:spPr>
          <a:xfrm>
            <a:off x="8339328" y="416452"/>
            <a:ext cx="8046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675</Words>
  <Application>Microsoft Office PowerPoint</Application>
  <PresentationFormat>On-screen Show (16:9)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Laminar Dynamics</dc:creator>
  <cp:lastModifiedBy>Rahul Roy</cp:lastModifiedBy>
  <cp:revision>12</cp:revision>
  <dcterms:created xsi:type="dcterms:W3CDTF">2026-05-14T07:41:05Z</dcterms:created>
  <dcterms:modified xsi:type="dcterms:W3CDTF">2026-07-09T08:20:57Z</dcterms:modified>
</cp:coreProperties>
</file>